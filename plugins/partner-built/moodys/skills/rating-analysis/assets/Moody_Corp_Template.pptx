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23"/>
  </p:notesMasterIdLst>
  <p:sldIdLst>
    <p:sldId id="2147479847" r:id="rId5"/>
    <p:sldId id="2147479856" r:id="rId6"/>
    <p:sldId id="2147479857" r:id="rId7"/>
    <p:sldId id="2147479858" r:id="rId8"/>
    <p:sldId id="2147479835" r:id="rId9"/>
    <p:sldId id="308" r:id="rId10"/>
    <p:sldId id="333" r:id="rId11"/>
    <p:sldId id="315" r:id="rId12"/>
    <p:sldId id="267" r:id="rId13"/>
    <p:sldId id="282" r:id="rId14"/>
    <p:sldId id="319" r:id="rId15"/>
    <p:sldId id="277" r:id="rId16"/>
    <p:sldId id="276" r:id="rId17"/>
    <p:sldId id="346" r:id="rId18"/>
    <p:sldId id="301" r:id="rId19"/>
    <p:sldId id="324" r:id="rId20"/>
    <p:sldId id="2147479837" r:id="rId21"/>
    <p:sldId id="33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161DE3EB-8050-40B4-822B-E963E2A73608}">
          <p14:sldIdLst>
            <p14:sldId id="2147479847"/>
            <p14:sldId id="2147479856"/>
            <p14:sldId id="2147479857"/>
            <p14:sldId id="2147479858"/>
          </p14:sldIdLst>
        </p14:section>
        <p14:section name="Moody's Template" id="{F2254FF4-1BCF-4843-8905-E45A88C34143}">
          <p14:sldIdLst>
            <p14:sldId id="2147479835"/>
            <p14:sldId id="308"/>
            <p14:sldId id="333"/>
            <p14:sldId id="315"/>
            <p14:sldId id="267"/>
            <p14:sldId id="282"/>
            <p14:sldId id="319"/>
            <p14:sldId id="277"/>
            <p14:sldId id="276"/>
            <p14:sldId id="346"/>
            <p14:sldId id="301"/>
            <p14:sldId id="324"/>
            <p14:sldId id="2147479837"/>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7F5"/>
    <a:srgbClr val="E9EEF3"/>
    <a:srgbClr val="E9EEF2"/>
    <a:srgbClr val="E4E5EA"/>
    <a:srgbClr val="F0F0F0"/>
    <a:srgbClr val="F4F2F1"/>
    <a:srgbClr val="F4F2F0"/>
    <a:srgbClr val="925AB2"/>
    <a:srgbClr val="E3C222"/>
    <a:srgbClr val="5C05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F4EA2A-2CAD-DC4A-A9A5-2449773DA00F}" v="218" dt="2025-12-30T14:37:50.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911"/>
    <p:restoredTop sz="96271"/>
  </p:normalViewPr>
  <p:slideViewPr>
    <p:cSldViewPr snapToGrid="0">
      <p:cViewPr>
        <p:scale>
          <a:sx n="106" d="100"/>
          <a:sy n="106" d="100"/>
        </p:scale>
        <p:origin x="1936" y="103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 Alfaro (Moody's)" userId="6f8de953-09ef-4b96-88d9-96b1e8ed2a50" providerId="ADAL" clId="{E1F95DA5-EB63-58EA-8748-1823351AC7CD}"/>
    <pc:docChg chg="undo custSel addSld delSld modSld sldOrd modMainMaster delSection modSection">
      <pc:chgData name="Mario Alfaro (Moody's)" userId="6f8de953-09ef-4b96-88d9-96b1e8ed2a50" providerId="ADAL" clId="{E1F95DA5-EB63-58EA-8748-1823351AC7CD}" dt="2025-12-30T14:37:50.561" v="1497"/>
      <pc:docMkLst>
        <pc:docMk/>
      </pc:docMkLst>
      <pc:sldChg chg="modSp">
        <pc:chgData name="Mario Alfaro (Moody's)" userId="6f8de953-09ef-4b96-88d9-96b1e8ed2a50" providerId="ADAL" clId="{E1F95DA5-EB63-58EA-8748-1823351AC7CD}" dt="2025-12-22T14:22:07.766" v="269" actId="14826"/>
        <pc:sldMkLst>
          <pc:docMk/>
          <pc:sldMk cId="1010219449" sldId="277"/>
        </pc:sldMkLst>
        <pc:picChg chg="mod">
          <ac:chgData name="Mario Alfaro (Moody's)" userId="6f8de953-09ef-4b96-88d9-96b1e8ed2a50" providerId="ADAL" clId="{E1F95DA5-EB63-58EA-8748-1823351AC7CD}" dt="2025-12-22T14:22:07.766" v="269" actId="14826"/>
          <ac:picMkLst>
            <pc:docMk/>
            <pc:sldMk cId="1010219449" sldId="277"/>
            <ac:picMk id="22" creationId="{7238D6DF-6217-18EF-FE9B-20C01FABC732}"/>
          </ac:picMkLst>
        </pc:picChg>
      </pc:sldChg>
      <pc:sldChg chg="addSp delSp modSp del mod">
        <pc:chgData name="Mario Alfaro (Moody's)" userId="6f8de953-09ef-4b96-88d9-96b1e8ed2a50" providerId="ADAL" clId="{E1F95DA5-EB63-58EA-8748-1823351AC7CD}" dt="2025-12-30T14:04:44.185" v="1381" actId="2696"/>
        <pc:sldMkLst>
          <pc:docMk/>
          <pc:sldMk cId="1900114688" sldId="2147479819"/>
        </pc:sldMkLst>
      </pc:sldChg>
      <pc:sldChg chg="addSp delSp modSp mod">
        <pc:chgData name="Mario Alfaro (Moody's)" userId="6f8de953-09ef-4b96-88d9-96b1e8ed2a50" providerId="ADAL" clId="{E1F95DA5-EB63-58EA-8748-1823351AC7CD}" dt="2025-12-22T22:24:41.095" v="1341" actId="21"/>
        <pc:sldMkLst>
          <pc:docMk/>
          <pc:sldMk cId="649236377" sldId="2147479835"/>
        </pc:sldMkLst>
      </pc:sldChg>
      <pc:sldChg chg="addSp delSp modSp del mod">
        <pc:chgData name="Mario Alfaro (Moody's)" userId="6f8de953-09ef-4b96-88d9-96b1e8ed2a50" providerId="ADAL" clId="{E1F95DA5-EB63-58EA-8748-1823351AC7CD}" dt="2025-12-30T14:04:44.185" v="1381" actId="2696"/>
        <pc:sldMkLst>
          <pc:docMk/>
          <pc:sldMk cId="3710444805" sldId="2147479838"/>
        </pc:sldMkLst>
      </pc:sldChg>
      <pc:sldChg chg="addSp delSp modSp del mod setBg">
        <pc:chgData name="Mario Alfaro (Moody's)" userId="6f8de953-09ef-4b96-88d9-96b1e8ed2a50" providerId="ADAL" clId="{E1F95DA5-EB63-58EA-8748-1823351AC7CD}" dt="2025-12-30T14:04:44.185" v="1381" actId="2696"/>
        <pc:sldMkLst>
          <pc:docMk/>
          <pc:sldMk cId="1776942111" sldId="2147479840"/>
        </pc:sldMkLst>
      </pc:sldChg>
      <pc:sldChg chg="addSp delSp modSp del mod">
        <pc:chgData name="Mario Alfaro (Moody's)" userId="6f8de953-09ef-4b96-88d9-96b1e8ed2a50" providerId="ADAL" clId="{E1F95DA5-EB63-58EA-8748-1823351AC7CD}" dt="2025-12-30T14:04:44.185" v="1381" actId="2696"/>
        <pc:sldMkLst>
          <pc:docMk/>
          <pc:sldMk cId="1948379044" sldId="2147479844"/>
        </pc:sldMkLst>
      </pc:sldChg>
      <pc:sldChg chg="modSp add mod setBg">
        <pc:chgData name="Mario Alfaro (Moody's)" userId="6f8de953-09ef-4b96-88d9-96b1e8ed2a50" providerId="ADAL" clId="{E1F95DA5-EB63-58EA-8748-1823351AC7CD}" dt="2025-12-30T14:04:48.693" v="1384"/>
        <pc:sldMkLst>
          <pc:docMk/>
          <pc:sldMk cId="3445675477" sldId="2147479847"/>
        </pc:sldMkLst>
        <pc:spChg chg="mod">
          <ac:chgData name="Mario Alfaro (Moody's)" userId="6f8de953-09ef-4b96-88d9-96b1e8ed2a50" providerId="ADAL" clId="{E1F95DA5-EB63-58EA-8748-1823351AC7CD}" dt="2025-12-30T14:04:48.693" v="1384"/>
          <ac:spMkLst>
            <pc:docMk/>
            <pc:sldMk cId="3445675477" sldId="2147479847"/>
            <ac:spMk id="3" creationId="{1772A38A-A752-4EDE-7AD2-FEE71C299905}"/>
          </ac:spMkLst>
        </pc:spChg>
      </pc:sldChg>
      <pc:sldChg chg="add">
        <pc:chgData name="Mario Alfaro (Moody's)" userId="6f8de953-09ef-4b96-88d9-96b1e8ed2a50" providerId="ADAL" clId="{E1F95DA5-EB63-58EA-8748-1823351AC7CD}" dt="2025-12-30T14:04:23.366" v="1379"/>
        <pc:sldMkLst>
          <pc:docMk/>
          <pc:sldMk cId="1967413738" sldId="2147479856"/>
        </pc:sldMkLst>
      </pc:sldChg>
      <pc:sldChg chg="addSp delSp modSp add mod">
        <pc:chgData name="Mario Alfaro (Moody's)" userId="6f8de953-09ef-4b96-88d9-96b1e8ed2a50" providerId="ADAL" clId="{E1F95DA5-EB63-58EA-8748-1823351AC7CD}" dt="2025-12-30T14:37:50.561" v="1497"/>
        <pc:sldMkLst>
          <pc:docMk/>
          <pc:sldMk cId="3227969331" sldId="2147479857"/>
        </pc:sldMkLst>
        <pc:spChg chg="add del mod">
          <ac:chgData name="Mario Alfaro (Moody's)" userId="6f8de953-09ef-4b96-88d9-96b1e8ed2a50" providerId="ADAL" clId="{E1F95DA5-EB63-58EA-8748-1823351AC7CD}" dt="2025-12-30T14:36:30.425" v="1482" actId="478"/>
          <ac:spMkLst>
            <pc:docMk/>
            <pc:sldMk cId="3227969331" sldId="2147479857"/>
            <ac:spMk id="2" creationId="{CEF908C2-B9A9-86AE-D6ED-DD4161A746F4}"/>
          </ac:spMkLst>
        </pc:spChg>
        <pc:spChg chg="add mod">
          <ac:chgData name="Mario Alfaro (Moody's)" userId="6f8de953-09ef-4b96-88d9-96b1e8ed2a50" providerId="ADAL" clId="{E1F95DA5-EB63-58EA-8748-1823351AC7CD}" dt="2025-12-30T14:32:50.061" v="1396" actId="255"/>
          <ac:spMkLst>
            <pc:docMk/>
            <pc:sldMk cId="3227969331" sldId="2147479857"/>
            <ac:spMk id="5" creationId="{E1517B32-0374-0267-6D31-AD4B673F64BA}"/>
          </ac:spMkLst>
        </pc:spChg>
        <pc:spChg chg="add mod">
          <ac:chgData name="Mario Alfaro (Moody's)" userId="6f8de953-09ef-4b96-88d9-96b1e8ed2a50" providerId="ADAL" clId="{E1F95DA5-EB63-58EA-8748-1823351AC7CD}" dt="2025-12-30T14:37:50.561" v="1497"/>
          <ac:spMkLst>
            <pc:docMk/>
            <pc:sldMk cId="3227969331" sldId="2147479857"/>
            <ac:spMk id="6" creationId="{938A2FDB-24DF-F4E1-1073-FB7A4E3D9F68}"/>
          </ac:spMkLst>
        </pc:spChg>
        <pc:spChg chg="add del mod">
          <ac:chgData name="Mario Alfaro (Moody's)" userId="6f8de953-09ef-4b96-88d9-96b1e8ed2a50" providerId="ADAL" clId="{E1F95DA5-EB63-58EA-8748-1823351AC7CD}" dt="2025-12-30T14:37:05.582" v="1495" actId="478"/>
          <ac:spMkLst>
            <pc:docMk/>
            <pc:sldMk cId="3227969331" sldId="2147479857"/>
            <ac:spMk id="7" creationId="{11DD3146-895C-DDF5-30E4-095F2EEDF215}"/>
          </ac:spMkLst>
        </pc:spChg>
        <pc:spChg chg="mod">
          <ac:chgData name="Mario Alfaro (Moody's)" userId="6f8de953-09ef-4b96-88d9-96b1e8ed2a50" providerId="ADAL" clId="{E1F95DA5-EB63-58EA-8748-1823351AC7CD}" dt="2025-12-30T14:31:22.010" v="1388" actId="255"/>
          <ac:spMkLst>
            <pc:docMk/>
            <pc:sldMk cId="3227969331" sldId="2147479857"/>
            <ac:spMk id="20" creationId="{C141473A-BC14-A323-A69B-634E554D44DB}"/>
          </ac:spMkLst>
        </pc:spChg>
        <pc:spChg chg="mod">
          <ac:chgData name="Mario Alfaro (Moody's)" userId="6f8de953-09ef-4b96-88d9-96b1e8ed2a50" providerId="ADAL" clId="{E1F95DA5-EB63-58EA-8748-1823351AC7CD}" dt="2025-12-30T14:32:50.061" v="1396" actId="255"/>
          <ac:spMkLst>
            <pc:docMk/>
            <pc:sldMk cId="3227969331" sldId="2147479857"/>
            <ac:spMk id="21" creationId="{75FF8AC5-AF47-0E25-17F6-F55467AFB3C9}"/>
          </ac:spMkLst>
        </pc:spChg>
        <pc:spChg chg="mod topLvl">
          <ac:chgData name="Mario Alfaro (Moody's)" userId="6f8de953-09ef-4b96-88d9-96b1e8ed2a50" providerId="ADAL" clId="{E1F95DA5-EB63-58EA-8748-1823351AC7CD}" dt="2025-12-30T14:31:15.553" v="1387" actId="165"/>
          <ac:spMkLst>
            <pc:docMk/>
            <pc:sldMk cId="3227969331" sldId="2147479857"/>
            <ac:spMk id="57" creationId="{5763DC0A-315E-85B3-B44C-69795E8C9DD3}"/>
          </ac:spMkLst>
        </pc:spChg>
        <pc:spChg chg="mod topLvl">
          <ac:chgData name="Mario Alfaro (Moody's)" userId="6f8de953-09ef-4b96-88d9-96b1e8ed2a50" providerId="ADAL" clId="{E1F95DA5-EB63-58EA-8748-1823351AC7CD}" dt="2025-12-30T14:31:22.010" v="1388" actId="255"/>
          <ac:spMkLst>
            <pc:docMk/>
            <pc:sldMk cId="3227969331" sldId="2147479857"/>
            <ac:spMk id="58" creationId="{2A31977B-71AE-992E-624F-ABF9F1C85E73}"/>
          </ac:spMkLst>
        </pc:spChg>
        <pc:spChg chg="mod topLvl">
          <ac:chgData name="Mario Alfaro (Moody's)" userId="6f8de953-09ef-4b96-88d9-96b1e8ed2a50" providerId="ADAL" clId="{E1F95DA5-EB63-58EA-8748-1823351AC7CD}" dt="2025-12-30T14:32:50.061" v="1396" actId="255"/>
          <ac:spMkLst>
            <pc:docMk/>
            <pc:sldMk cId="3227969331" sldId="2147479857"/>
            <ac:spMk id="59" creationId="{7EE64E4A-EAF3-E17F-BE53-1753DA925DC9}"/>
          </ac:spMkLst>
        </pc:spChg>
        <pc:spChg chg="mod topLvl">
          <ac:chgData name="Mario Alfaro (Moody's)" userId="6f8de953-09ef-4b96-88d9-96b1e8ed2a50" providerId="ADAL" clId="{E1F95DA5-EB63-58EA-8748-1823351AC7CD}" dt="2025-12-30T14:31:22.010" v="1388" actId="255"/>
          <ac:spMkLst>
            <pc:docMk/>
            <pc:sldMk cId="3227969331" sldId="2147479857"/>
            <ac:spMk id="60" creationId="{EB80A787-D1C7-D7AF-71FA-F2913CBFE3B1}"/>
          </ac:spMkLst>
        </pc:spChg>
        <pc:spChg chg="mod">
          <ac:chgData name="Mario Alfaro (Moody's)" userId="6f8de953-09ef-4b96-88d9-96b1e8ed2a50" providerId="ADAL" clId="{E1F95DA5-EB63-58EA-8748-1823351AC7CD}" dt="2025-12-30T14:21:44.587" v="1385" actId="207"/>
          <ac:spMkLst>
            <pc:docMk/>
            <pc:sldMk cId="3227969331" sldId="2147479857"/>
            <ac:spMk id="97" creationId="{2D8B2B11-E668-2230-35C5-3A63803E2B77}"/>
          </ac:spMkLst>
        </pc:spChg>
        <pc:spChg chg="mod topLvl">
          <ac:chgData name="Mario Alfaro (Moody's)" userId="6f8de953-09ef-4b96-88d9-96b1e8ed2a50" providerId="ADAL" clId="{E1F95DA5-EB63-58EA-8748-1823351AC7CD}" dt="2025-12-30T14:31:15.553" v="1387" actId="165"/>
          <ac:spMkLst>
            <pc:docMk/>
            <pc:sldMk cId="3227969331" sldId="2147479857"/>
            <ac:spMk id="123" creationId="{96CA2B34-DBD7-BD5F-FFF1-188AB3899015}"/>
          </ac:spMkLst>
        </pc:spChg>
        <pc:spChg chg="mod">
          <ac:chgData name="Mario Alfaro (Moody's)" userId="6f8de953-09ef-4b96-88d9-96b1e8ed2a50" providerId="ADAL" clId="{E1F95DA5-EB63-58EA-8748-1823351AC7CD}" dt="2025-12-30T14:31:28.920" v="1389" actId="14100"/>
          <ac:spMkLst>
            <pc:docMk/>
            <pc:sldMk cId="3227969331" sldId="2147479857"/>
            <ac:spMk id="137" creationId="{7E8F376B-C073-D92A-2DD4-CE12B569D141}"/>
          </ac:spMkLst>
        </pc:spChg>
        <pc:spChg chg="mod">
          <ac:chgData name="Mario Alfaro (Moody's)" userId="6f8de953-09ef-4b96-88d9-96b1e8ed2a50" providerId="ADAL" clId="{E1F95DA5-EB63-58EA-8748-1823351AC7CD}" dt="2025-12-30T14:32:50.061" v="1396" actId="255"/>
          <ac:spMkLst>
            <pc:docMk/>
            <pc:sldMk cId="3227969331" sldId="2147479857"/>
            <ac:spMk id="138" creationId="{C4661DC2-02A9-D396-627B-284A48A66A17}"/>
          </ac:spMkLst>
        </pc:spChg>
        <pc:grpChg chg="del">
          <ac:chgData name="Mario Alfaro (Moody's)" userId="6f8de953-09ef-4b96-88d9-96b1e8ed2a50" providerId="ADAL" clId="{E1F95DA5-EB63-58EA-8748-1823351AC7CD}" dt="2025-12-30T14:31:15.553" v="1387" actId="165"/>
          <ac:grpSpMkLst>
            <pc:docMk/>
            <pc:sldMk cId="3227969331" sldId="2147479857"/>
            <ac:grpSpMk id="127" creationId="{EB8D39F3-4FA1-E8AD-501E-67E1E439A086}"/>
          </ac:grpSpMkLst>
        </pc:grpChg>
        <pc:picChg chg="mod topLvl">
          <ac:chgData name="Mario Alfaro (Moody's)" userId="6f8de953-09ef-4b96-88d9-96b1e8ed2a50" providerId="ADAL" clId="{E1F95DA5-EB63-58EA-8748-1823351AC7CD}" dt="2025-12-30T14:31:15.553" v="1387" actId="165"/>
          <ac:picMkLst>
            <pc:docMk/>
            <pc:sldMk cId="3227969331" sldId="2147479857"/>
            <ac:picMk id="120" creationId="{DB41110C-39A2-F669-BB40-4A6D72D8E72B}"/>
          </ac:picMkLst>
        </pc:picChg>
      </pc:sldChg>
      <pc:sldChg chg="add">
        <pc:chgData name="Mario Alfaro (Moody's)" userId="6f8de953-09ef-4b96-88d9-96b1e8ed2a50" providerId="ADAL" clId="{E1F95DA5-EB63-58EA-8748-1823351AC7CD}" dt="2025-12-30T14:04:23.366" v="1379"/>
        <pc:sldMkLst>
          <pc:docMk/>
          <pc:sldMk cId="3113386655" sldId="2147479858"/>
        </pc:sldMkLst>
      </pc:sldChg>
      <pc:sldMasterChg chg="modSldLayout">
        <pc:chgData name="Mario Alfaro (Moody's)" userId="6f8de953-09ef-4b96-88d9-96b1e8ed2a50" providerId="ADAL" clId="{E1F95DA5-EB63-58EA-8748-1823351AC7CD}" dt="2025-12-22T21:59:50.437" v="985" actId="478"/>
        <pc:sldMasterMkLst>
          <pc:docMk/>
          <pc:sldMasterMk cId="2703121335" sldId="2147483672"/>
        </pc:sldMasterMkLst>
        <pc:sldLayoutChg chg="addSp delSp modSp mod">
          <pc:chgData name="Mario Alfaro (Moody's)" userId="6f8de953-09ef-4b96-88d9-96b1e8ed2a50" providerId="ADAL" clId="{E1F95DA5-EB63-58EA-8748-1823351AC7CD}" dt="2025-12-22T21:59:50.437" v="985" actId="478"/>
          <pc:sldLayoutMkLst>
            <pc:docMk/>
            <pc:sldMasterMk cId="2703121335" sldId="2147483672"/>
            <pc:sldLayoutMk cId="315811948" sldId="2147483764"/>
          </pc:sldLayoutMkLst>
          <pc:spChg chg="mod">
            <ac:chgData name="Mario Alfaro (Moody's)" userId="6f8de953-09ef-4b96-88d9-96b1e8ed2a50" providerId="ADAL" clId="{E1F95DA5-EB63-58EA-8748-1823351AC7CD}" dt="2025-12-22T21:59:41.357" v="984" actId="255"/>
            <ac:spMkLst>
              <pc:docMk/>
              <pc:sldMasterMk cId="2703121335" sldId="2147483672"/>
              <pc:sldLayoutMk cId="315811948" sldId="2147483764"/>
              <ac:spMk id="12" creationId="{3E8F0C73-A398-6456-DB05-CBC41E2EBB3E}"/>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Chart title</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7B6-4767-AEAE-74D520D0B438}"/>
            </c:ext>
          </c:extLst>
        </c:ser>
        <c:ser>
          <c:idx val="1"/>
          <c:order val="1"/>
          <c:tx>
            <c:strRef>
              <c:f>Sheet1!$C$1</c:f>
              <c:strCache>
                <c:ptCount val="1"/>
                <c:pt idx="0">
                  <c:v>Series 2</c:v>
                </c:pt>
              </c:strCache>
            </c:strRef>
          </c:tx>
          <c:spPr>
            <a:solidFill>
              <a:srgbClr val="5EB6BD"/>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7B6-4767-AEAE-74D520D0B438}"/>
            </c:ext>
          </c:extLst>
        </c:ser>
        <c:ser>
          <c:idx val="2"/>
          <c:order val="2"/>
          <c:tx>
            <c:strRef>
              <c:f>Sheet1!$D$1</c:f>
              <c:strCache>
                <c:ptCount val="1"/>
                <c:pt idx="0">
                  <c:v>Series 3</c:v>
                </c:pt>
              </c:strCache>
            </c:strRef>
          </c:tx>
          <c:spPr>
            <a:solidFill>
              <a:srgbClr val="C64808"/>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7B6-4767-AEAE-74D520D0B438}"/>
            </c:ext>
          </c:extLst>
        </c:ser>
        <c:dLbls>
          <c:showLegendKey val="0"/>
          <c:showVal val="0"/>
          <c:showCatName val="0"/>
          <c:showSerName val="0"/>
          <c:showPercent val="0"/>
          <c:showBubbleSize val="0"/>
        </c:dLbls>
        <c:gapWidth val="150"/>
        <c:overlap val="100"/>
        <c:axId val="1716572016"/>
        <c:axId val="300392399"/>
      </c:barChart>
      <c:catAx>
        <c:axId val="1716572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00392399"/>
        <c:crosses val="autoZero"/>
        <c:auto val="1"/>
        <c:lblAlgn val="ctr"/>
        <c:lblOffset val="100"/>
        <c:noMultiLvlLbl val="0"/>
      </c:catAx>
      <c:valAx>
        <c:axId val="30039239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165720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0B37-487C-848F-1892CA76D08E}"/>
              </c:ext>
            </c:extLst>
          </c:dPt>
          <c:dPt>
            <c:idx val="1"/>
            <c:bubble3D val="0"/>
            <c:spPr>
              <a:solidFill>
                <a:srgbClr val="5EB6BD"/>
              </a:solidFill>
              <a:ln w="19050">
                <a:noFill/>
              </a:ln>
              <a:effectLst/>
            </c:spPr>
            <c:extLst>
              <c:ext xmlns:c16="http://schemas.microsoft.com/office/drawing/2014/chart" uri="{C3380CC4-5D6E-409C-BE32-E72D297353CC}">
                <c16:uniqueId val="{00000003-0B37-487C-848F-1892CA76D08E}"/>
              </c:ext>
            </c:extLst>
          </c:dPt>
          <c:dPt>
            <c:idx val="2"/>
            <c:bubble3D val="0"/>
            <c:spPr>
              <a:solidFill>
                <a:srgbClr val="C64808"/>
              </a:solidFill>
              <a:ln w="19050">
                <a:noFill/>
              </a:ln>
              <a:effectLst/>
            </c:spPr>
            <c:extLst>
              <c:ext xmlns:c16="http://schemas.microsoft.com/office/drawing/2014/chart" uri="{C3380CC4-5D6E-409C-BE32-E72D297353CC}">
                <c16:uniqueId val="{00000005-0B37-487C-848F-1892CA76D08E}"/>
              </c:ext>
            </c:extLst>
          </c:dPt>
          <c:dPt>
            <c:idx val="3"/>
            <c:bubble3D val="0"/>
            <c:spPr>
              <a:solidFill>
                <a:srgbClr val="BA0168"/>
              </a:solidFill>
              <a:ln w="19050">
                <a:noFill/>
              </a:ln>
              <a:effectLst/>
            </c:spPr>
            <c:extLst>
              <c:ext xmlns:c16="http://schemas.microsoft.com/office/drawing/2014/chart" uri="{C3380CC4-5D6E-409C-BE32-E72D297353CC}">
                <c16:uniqueId val="{00000007-0B37-487C-848F-1892CA76D08E}"/>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0B37-487C-848F-1892CA76D08E}"/>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3EF39E-7396-194D-B313-AD1445050E48}" type="datetimeFigureOut">
              <a:rPr lang="en-US" smtClean="0"/>
              <a:t>12/30/25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649BF9-57E4-F54B-9DD8-4601EF62728E}" type="slidenum">
              <a:rPr lang="en-US" smtClean="0"/>
              <a:t>‹#›</a:t>
            </a:fld>
            <a:endParaRPr lang="en-US"/>
          </a:p>
        </p:txBody>
      </p:sp>
    </p:spTree>
    <p:extLst>
      <p:ext uri="{BB962C8B-B14F-4D97-AF65-F5344CB8AC3E}">
        <p14:creationId xmlns:p14="http://schemas.microsoft.com/office/powerpoint/2010/main" val="2339487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9B3FC-90C4-658D-C9A4-D391189AB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81929-DC92-4D90-8AE7-3BBCA56E2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C2376-6440-9AB7-465D-1F868D417727}"/>
              </a:ext>
            </a:extLst>
          </p:cNvPr>
          <p:cNvSpPr>
            <a:spLocks noGrp="1"/>
          </p:cNvSpPr>
          <p:nvPr>
            <p:ph type="body" idx="1"/>
          </p:nvPr>
        </p:nvSpPr>
        <p:spPr/>
        <p:txBody>
          <a:bodyPr/>
          <a:lstStyle/>
          <a:p>
            <a:endParaRPr lang="en-CR" dirty="0"/>
          </a:p>
        </p:txBody>
      </p:sp>
      <p:sp>
        <p:nvSpPr>
          <p:cNvPr id="4" name="Slide Number Placeholder 3">
            <a:extLst>
              <a:ext uri="{FF2B5EF4-FFF2-40B4-BE49-F238E27FC236}">
                <a16:creationId xmlns:a16="http://schemas.microsoft.com/office/drawing/2014/main" id="{5B98ED75-FF20-265D-375E-4B2C3D9A82EC}"/>
              </a:ext>
            </a:extLst>
          </p:cNvPr>
          <p:cNvSpPr>
            <a:spLocks noGrp="1"/>
          </p:cNvSpPr>
          <p:nvPr>
            <p:ph type="sldNum" sz="quarter" idx="5"/>
          </p:nvPr>
        </p:nvSpPr>
        <p:spPr/>
        <p:txBody>
          <a:bodyPr/>
          <a:lstStyle/>
          <a:p>
            <a:fld id="{E2649BF9-57E4-F54B-9DD8-4601EF62728E}" type="slidenum">
              <a:rPr lang="en-US" smtClean="0"/>
              <a:t>1</a:t>
            </a:fld>
            <a:endParaRPr lang="en-US"/>
          </a:p>
        </p:txBody>
      </p:sp>
    </p:spTree>
    <p:extLst>
      <p:ext uri="{BB962C8B-B14F-4D97-AF65-F5344CB8AC3E}">
        <p14:creationId xmlns:p14="http://schemas.microsoft.com/office/powerpoint/2010/main" val="364446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a:p>
        </p:txBody>
      </p:sp>
      <p:sp>
        <p:nvSpPr>
          <p:cNvPr id="4" name="Slide Number Placeholder 3"/>
          <p:cNvSpPr>
            <a:spLocks noGrp="1"/>
          </p:cNvSpPr>
          <p:nvPr>
            <p:ph type="sldNum" sz="quarter" idx="5"/>
          </p:nvPr>
        </p:nvSpPr>
        <p:spPr/>
        <p:txBody>
          <a:bodyPr/>
          <a:lstStyle/>
          <a:p>
            <a:fld id="{E2649BF9-57E4-F54B-9DD8-4601EF62728E}" type="slidenum">
              <a:rPr lang="en-US" smtClean="0"/>
              <a:t>2</a:t>
            </a:fld>
            <a:endParaRPr lang="en-US"/>
          </a:p>
        </p:txBody>
      </p:sp>
    </p:spTree>
    <p:extLst>
      <p:ext uri="{BB962C8B-B14F-4D97-AF65-F5344CB8AC3E}">
        <p14:creationId xmlns:p14="http://schemas.microsoft.com/office/powerpoint/2010/main" val="2564593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E2649BF9-57E4-F54B-9DD8-4601EF62728E}" type="slidenum">
              <a:rPr lang="en-US" smtClean="0"/>
              <a:t>3</a:t>
            </a:fld>
            <a:endParaRPr lang="en-US"/>
          </a:p>
        </p:txBody>
      </p:sp>
    </p:spTree>
    <p:extLst>
      <p:ext uri="{BB962C8B-B14F-4D97-AF65-F5344CB8AC3E}">
        <p14:creationId xmlns:p14="http://schemas.microsoft.com/office/powerpoint/2010/main" val="125753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R" dirty="0"/>
          </a:p>
        </p:txBody>
      </p:sp>
      <p:sp>
        <p:nvSpPr>
          <p:cNvPr id="4" name="Slide Number Placeholder 3"/>
          <p:cNvSpPr>
            <a:spLocks noGrp="1"/>
          </p:cNvSpPr>
          <p:nvPr>
            <p:ph type="sldNum" sz="quarter" idx="5"/>
          </p:nvPr>
        </p:nvSpPr>
        <p:spPr/>
        <p:txBody>
          <a:bodyPr/>
          <a:lstStyle/>
          <a:p>
            <a:fld id="{E2649BF9-57E4-F54B-9DD8-4601EF62728E}" type="slidenum">
              <a:rPr lang="en-US" smtClean="0"/>
              <a:t>4</a:t>
            </a:fld>
            <a:endParaRPr lang="en-US"/>
          </a:p>
        </p:txBody>
      </p:sp>
    </p:spTree>
    <p:extLst>
      <p:ext uri="{BB962C8B-B14F-4D97-AF65-F5344CB8AC3E}">
        <p14:creationId xmlns:p14="http://schemas.microsoft.com/office/powerpoint/2010/main" val="35071430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hyperlink" Target="https://ir.moodys.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p:bg>
      <p:bgPr>
        <a:solidFill>
          <a:schemeClr val="bg2"/>
        </a:solidFill>
        <a:effectLst/>
      </p:bgPr>
    </p:bg>
    <p:spTree>
      <p:nvGrpSpPr>
        <p:cNvPr id="1" name=""/>
        <p:cNvGrpSpPr/>
        <p:nvPr/>
      </p:nvGrpSpPr>
      <p:grpSpPr>
        <a:xfrm>
          <a:off x="0" y="0"/>
          <a:ext cx="0" cy="0"/>
          <a:chOff x="0" y="0"/>
          <a:chExt cx="0" cy="0"/>
        </a:xfrm>
      </p:grpSpPr>
      <p:pic>
        <p:nvPicPr>
          <p:cNvPr id="7" name="Picture 6" descr="A blue and black background&#10;&#10;Description automatically generated">
            <a:extLst>
              <a:ext uri="{FF2B5EF4-FFF2-40B4-BE49-F238E27FC236}">
                <a16:creationId xmlns:a16="http://schemas.microsoft.com/office/drawing/2014/main" id="{78834B98-F94F-BBE0-213C-85AFCDC4764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12" name="Text Placeholder 11">
            <a:extLst>
              <a:ext uri="{FF2B5EF4-FFF2-40B4-BE49-F238E27FC236}">
                <a16:creationId xmlns:a16="http://schemas.microsoft.com/office/drawing/2014/main" id="{E72AFBB8-BCA9-94F3-D205-3A4D41E4862E}"/>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7A00869A-4EEC-6377-9755-BE0859C5FBE0}"/>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3" name="Text Placeholder 12">
            <a:extLst>
              <a:ext uri="{FF2B5EF4-FFF2-40B4-BE49-F238E27FC236}">
                <a16:creationId xmlns:a16="http://schemas.microsoft.com/office/drawing/2014/main" id="{C423DB64-C228-437F-B60D-1E1BE27A7AAF}"/>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6" name="Text Placeholder 15">
            <a:extLst>
              <a:ext uri="{FF2B5EF4-FFF2-40B4-BE49-F238E27FC236}">
                <a16:creationId xmlns:a16="http://schemas.microsoft.com/office/drawing/2014/main" id="{98C70801-2682-CDF2-4AEE-21379A10EAB6}"/>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8" name="Text Placeholder 17">
            <a:extLst>
              <a:ext uri="{FF2B5EF4-FFF2-40B4-BE49-F238E27FC236}">
                <a16:creationId xmlns:a16="http://schemas.microsoft.com/office/drawing/2014/main" id="{94B37353-6985-FCA6-CD38-4B2A083EC280}"/>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0" name="Text Placeholder 19">
            <a:extLst>
              <a:ext uri="{FF2B5EF4-FFF2-40B4-BE49-F238E27FC236}">
                <a16:creationId xmlns:a16="http://schemas.microsoft.com/office/drawing/2014/main" id="{6BA32A09-37DC-FCBC-7D07-E937258863A2}"/>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
        <p:nvSpPr>
          <p:cNvPr id="2" name="Title 1">
            <a:extLst>
              <a:ext uri="{FF2B5EF4-FFF2-40B4-BE49-F238E27FC236}">
                <a16:creationId xmlns:a16="http://schemas.microsoft.com/office/drawing/2014/main" id="{3088E214-49DC-F96D-B5B4-49DCAA93C0D2}"/>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168648362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0"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10" name="Freeform 5">
            <a:extLst>
              <a:ext uri="{FF2B5EF4-FFF2-40B4-BE49-F238E27FC236}">
                <a16:creationId xmlns:a16="http://schemas.microsoft.com/office/drawing/2014/main" id="{D38E589A-C29C-8E0A-54D9-0FD61209638A}"/>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15C7BCFF-949E-6B1A-9E84-4E640E43A099}"/>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8535D649-E56D-F236-C1A7-0EB194B6CA32}"/>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47CB2CEE-A03C-EC89-5AB0-73F5282BA36C}"/>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0376D71A-71A9-510A-D341-C8B568EA210C}"/>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1C83BB37-A25F-C543-4845-494814497A5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52E7508F-569C-0E55-9BA1-A12C84FB7A5D}"/>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156966986"/>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3">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553F6D28-3FA3-C8DD-333F-25AAC7FDE379}"/>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9" name="Text Placeholder 8">
            <a:extLst>
              <a:ext uri="{FF2B5EF4-FFF2-40B4-BE49-F238E27FC236}">
                <a16:creationId xmlns:a16="http://schemas.microsoft.com/office/drawing/2014/main" id="{BB5660BA-32D8-A7E6-5696-BC9C94DC43BE}"/>
              </a:ext>
            </a:extLst>
          </p:cNvPr>
          <p:cNvSpPr>
            <a:spLocks noGrp="1"/>
          </p:cNvSpPr>
          <p:nvPr>
            <p:ph type="body" sz="quarter" idx="13"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20" name="Text Placeholder 12">
            <a:extLst>
              <a:ext uri="{FF2B5EF4-FFF2-40B4-BE49-F238E27FC236}">
                <a16:creationId xmlns:a16="http://schemas.microsoft.com/office/drawing/2014/main" id="{FBA29B2B-670B-AAB2-BC37-FE5A168EDEA0}"/>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21" name="Text Placeholder 15">
            <a:extLst>
              <a:ext uri="{FF2B5EF4-FFF2-40B4-BE49-F238E27FC236}">
                <a16:creationId xmlns:a16="http://schemas.microsoft.com/office/drawing/2014/main" id="{835110E4-502F-E652-7077-A2CE77DA8B44}"/>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22" name="Text Placeholder 17">
            <a:extLst>
              <a:ext uri="{FF2B5EF4-FFF2-40B4-BE49-F238E27FC236}">
                <a16:creationId xmlns:a16="http://schemas.microsoft.com/office/drawing/2014/main" id="{163AD2E7-BE7D-20B6-8408-18EA20DC4C5D}"/>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23" name="Text Placeholder 19">
            <a:extLst>
              <a:ext uri="{FF2B5EF4-FFF2-40B4-BE49-F238E27FC236}">
                <a16:creationId xmlns:a16="http://schemas.microsoft.com/office/drawing/2014/main" id="{358AEE93-EEF8-93F7-7F9A-409CBCB372CF}"/>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3633668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4 - Dark Photo">
    <p:bg>
      <p:bgPr>
        <a:solidFill>
          <a:schemeClr val="tx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A6A9AA"/>
          </a:solidFill>
        </p:spPr>
        <p:txBody>
          <a:bodyPr wrap="square" rIns="548640" anchor="ctr">
            <a:noAutofit/>
          </a:bodyPr>
          <a:lstStyle>
            <a:lvl1pPr algn="r">
              <a:defRPr>
                <a:solidFill>
                  <a:schemeClr val="tx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tx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171067465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5 - Light Photo">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E69FF6-3FAE-6184-8074-A3CDDC7C9ABD}"/>
              </a:ext>
            </a:extLst>
          </p:cNvPr>
          <p:cNvSpPr/>
          <p:nvPr userDrawn="1"/>
        </p:nvSpPr>
        <p:spPr>
          <a:xfrm>
            <a:off x="0" y="0"/>
            <a:ext cx="121889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5C77B404-B686-66A0-1A20-E42FD89A9DE9}"/>
              </a:ext>
            </a:extLst>
          </p:cNvPr>
          <p:cNvSpPr>
            <a:spLocks noGrp="1"/>
          </p:cNvSpPr>
          <p:nvPr>
            <p:ph type="pic" sz="quarter" idx="13" hasCustomPrompt="1"/>
          </p:nvPr>
        </p:nvSpPr>
        <p:spPr>
          <a:xfrm>
            <a:off x="0" y="0"/>
            <a:ext cx="12192000" cy="6857999"/>
          </a:xfrm>
          <a:custGeom>
            <a:avLst/>
            <a:gdLst>
              <a:gd name="connsiteX0" fmla="*/ 2041649 w 12192000"/>
              <a:gd name="connsiteY0" fmla="*/ 647043 h 6857999"/>
              <a:gd name="connsiteX1" fmla="*/ 2097141 w 12192000"/>
              <a:gd name="connsiteY1" fmla="*/ 647043 h 6857999"/>
              <a:gd name="connsiteX2" fmla="*/ 2185808 w 12192000"/>
              <a:gd name="connsiteY2" fmla="*/ 735711 h 6857999"/>
              <a:gd name="connsiteX3" fmla="*/ 2185808 w 12192000"/>
              <a:gd name="connsiteY3" fmla="*/ 791202 h 6857999"/>
              <a:gd name="connsiteX4" fmla="*/ 2097141 w 12192000"/>
              <a:gd name="connsiteY4" fmla="*/ 879871 h 6857999"/>
              <a:gd name="connsiteX5" fmla="*/ 2041649 w 12192000"/>
              <a:gd name="connsiteY5" fmla="*/ 879871 h 6857999"/>
              <a:gd name="connsiteX6" fmla="*/ 1685779 w 12192000"/>
              <a:gd name="connsiteY6" fmla="*/ 638600 h 6857999"/>
              <a:gd name="connsiteX7" fmla="*/ 1768415 w 12192000"/>
              <a:gd name="connsiteY7" fmla="*/ 715201 h 6857999"/>
              <a:gd name="connsiteX8" fmla="*/ 1768415 w 12192000"/>
              <a:gd name="connsiteY8" fmla="*/ 811711 h 6857999"/>
              <a:gd name="connsiteX9" fmla="*/ 1685779 w 12192000"/>
              <a:gd name="connsiteY9" fmla="*/ 888315 h 6857999"/>
              <a:gd name="connsiteX10" fmla="*/ 1603145 w 12192000"/>
              <a:gd name="connsiteY10" fmla="*/ 811711 h 6857999"/>
              <a:gd name="connsiteX11" fmla="*/ 1603145 w 12192000"/>
              <a:gd name="connsiteY11" fmla="*/ 715201 h 6857999"/>
              <a:gd name="connsiteX12" fmla="*/ 1685779 w 12192000"/>
              <a:gd name="connsiteY12" fmla="*/ 638600 h 6857999"/>
              <a:gd name="connsiteX13" fmla="*/ 1248481 w 12192000"/>
              <a:gd name="connsiteY13" fmla="*/ 638600 h 6857999"/>
              <a:gd name="connsiteX14" fmla="*/ 1331117 w 12192000"/>
              <a:gd name="connsiteY14" fmla="*/ 715201 h 6857999"/>
              <a:gd name="connsiteX15" fmla="*/ 1331117 w 12192000"/>
              <a:gd name="connsiteY15" fmla="*/ 811711 h 6857999"/>
              <a:gd name="connsiteX16" fmla="*/ 1248481 w 12192000"/>
              <a:gd name="connsiteY16" fmla="*/ 888315 h 6857999"/>
              <a:gd name="connsiteX17" fmla="*/ 1165846 w 12192000"/>
              <a:gd name="connsiteY17" fmla="*/ 811711 h 6857999"/>
              <a:gd name="connsiteX18" fmla="*/ 1165846 w 12192000"/>
              <a:gd name="connsiteY18" fmla="*/ 715201 h 6857999"/>
              <a:gd name="connsiteX19" fmla="*/ 1248481 w 12192000"/>
              <a:gd name="connsiteY19" fmla="*/ 638600 h 6857999"/>
              <a:gd name="connsiteX20" fmla="*/ 1927044 w 12192000"/>
              <a:gd name="connsiteY20" fmla="*/ 552346 h 6857999"/>
              <a:gd name="connsiteX21" fmla="*/ 1927044 w 12192000"/>
              <a:gd name="connsiteY21" fmla="*/ 974570 h 6857999"/>
              <a:gd name="connsiteX22" fmla="*/ 2097141 w 12192000"/>
              <a:gd name="connsiteY22" fmla="*/ 974570 h 6857999"/>
              <a:gd name="connsiteX23" fmla="*/ 2301618 w 12192000"/>
              <a:gd name="connsiteY23" fmla="*/ 789394 h 6857999"/>
              <a:gd name="connsiteX24" fmla="*/ 2301618 w 12192000"/>
              <a:gd name="connsiteY24" fmla="*/ 737520 h 6857999"/>
              <a:gd name="connsiteX25" fmla="*/ 2097141 w 12192000"/>
              <a:gd name="connsiteY25" fmla="*/ 552346 h 6857999"/>
              <a:gd name="connsiteX26" fmla="*/ 2266624 w 12192000"/>
              <a:gd name="connsiteY26" fmla="*/ 552345 h 6857999"/>
              <a:gd name="connsiteX27" fmla="*/ 2420435 w 12192000"/>
              <a:gd name="connsiteY27" fmla="*/ 788790 h 6857999"/>
              <a:gd name="connsiteX28" fmla="*/ 2420435 w 12192000"/>
              <a:gd name="connsiteY28" fmla="*/ 974569 h 6857999"/>
              <a:gd name="connsiteX29" fmla="*/ 2529007 w 12192000"/>
              <a:gd name="connsiteY29" fmla="*/ 974569 h 6857999"/>
              <a:gd name="connsiteX30" fmla="*/ 2529007 w 12192000"/>
              <a:gd name="connsiteY30" fmla="*/ 788790 h 6857999"/>
              <a:gd name="connsiteX31" fmla="*/ 2682817 w 12192000"/>
              <a:gd name="connsiteY31" fmla="*/ 552345 h 6857999"/>
              <a:gd name="connsiteX32" fmla="*/ 2558564 w 12192000"/>
              <a:gd name="connsiteY32" fmla="*/ 552345 h 6857999"/>
              <a:gd name="connsiteX33" fmla="*/ 2477738 w 12192000"/>
              <a:gd name="connsiteY33" fmla="*/ 685042 h 6857999"/>
              <a:gd name="connsiteX34" fmla="*/ 2396307 w 12192000"/>
              <a:gd name="connsiteY34" fmla="*/ 552345 h 6857999"/>
              <a:gd name="connsiteX35" fmla="*/ 2694276 w 12192000"/>
              <a:gd name="connsiteY35" fmla="*/ 552345 h 6857999"/>
              <a:gd name="connsiteX36" fmla="*/ 2694276 w 12192000"/>
              <a:gd name="connsiteY36" fmla="*/ 666947 h 6857999"/>
              <a:gd name="connsiteX37" fmla="*/ 2743134 w 12192000"/>
              <a:gd name="connsiteY37" fmla="*/ 666947 h 6857999"/>
              <a:gd name="connsiteX38" fmla="*/ 2710563 w 12192000"/>
              <a:gd name="connsiteY38" fmla="*/ 756821 h 6857999"/>
              <a:gd name="connsiteX39" fmla="*/ 2735293 w 12192000"/>
              <a:gd name="connsiteY39" fmla="*/ 756821 h 6857999"/>
              <a:gd name="connsiteX40" fmla="*/ 2808881 w 12192000"/>
              <a:gd name="connsiteY40" fmla="*/ 657901 h 6857999"/>
              <a:gd name="connsiteX41" fmla="*/ 2808881 w 12192000"/>
              <a:gd name="connsiteY41" fmla="*/ 552345 h 6857999"/>
              <a:gd name="connsiteX42" fmla="*/ 539750 w 12192000"/>
              <a:gd name="connsiteY42" fmla="*/ 552345 h 6857999"/>
              <a:gd name="connsiteX43" fmla="*/ 539750 w 12192000"/>
              <a:gd name="connsiteY43" fmla="*/ 974568 h 6857999"/>
              <a:gd name="connsiteX44" fmla="*/ 645307 w 12192000"/>
              <a:gd name="connsiteY44" fmla="*/ 974568 h 6857999"/>
              <a:gd name="connsiteX45" fmla="*/ 645307 w 12192000"/>
              <a:gd name="connsiteY45" fmla="*/ 700726 h 6857999"/>
              <a:gd name="connsiteX46" fmla="*/ 660385 w 12192000"/>
              <a:gd name="connsiteY46" fmla="*/ 763457 h 6857999"/>
              <a:gd name="connsiteX47" fmla="*/ 716483 w 12192000"/>
              <a:gd name="connsiteY47" fmla="*/ 974568 h 6857999"/>
              <a:gd name="connsiteX48" fmla="*/ 827466 w 12192000"/>
              <a:gd name="connsiteY48" fmla="*/ 974568 h 6857999"/>
              <a:gd name="connsiteX49" fmla="*/ 883562 w 12192000"/>
              <a:gd name="connsiteY49" fmla="*/ 763457 h 6857999"/>
              <a:gd name="connsiteX50" fmla="*/ 898643 w 12192000"/>
              <a:gd name="connsiteY50" fmla="*/ 700726 h 6857999"/>
              <a:gd name="connsiteX51" fmla="*/ 898643 w 12192000"/>
              <a:gd name="connsiteY51" fmla="*/ 974568 h 6857999"/>
              <a:gd name="connsiteX52" fmla="*/ 1006610 w 12192000"/>
              <a:gd name="connsiteY52" fmla="*/ 974568 h 6857999"/>
              <a:gd name="connsiteX53" fmla="*/ 1006610 w 12192000"/>
              <a:gd name="connsiteY53" fmla="*/ 552345 h 6857999"/>
              <a:gd name="connsiteX54" fmla="*/ 838323 w 12192000"/>
              <a:gd name="connsiteY54" fmla="*/ 552345 h 6857999"/>
              <a:gd name="connsiteX55" fmla="*/ 785847 w 12192000"/>
              <a:gd name="connsiteY55" fmla="*/ 769489 h 6857999"/>
              <a:gd name="connsiteX56" fmla="*/ 773181 w 12192000"/>
              <a:gd name="connsiteY56" fmla="*/ 829806 h 6857999"/>
              <a:gd name="connsiteX57" fmla="*/ 760513 w 12192000"/>
              <a:gd name="connsiteY57" fmla="*/ 769489 h 6857999"/>
              <a:gd name="connsiteX58" fmla="*/ 708037 w 12192000"/>
              <a:gd name="connsiteY58" fmla="*/ 552345 h 6857999"/>
              <a:gd name="connsiteX59" fmla="*/ 1685779 w 12192000"/>
              <a:gd name="connsiteY59" fmla="*/ 545106 h 6857999"/>
              <a:gd name="connsiteX60" fmla="*/ 1487334 w 12192000"/>
              <a:gd name="connsiteY60" fmla="*/ 725456 h 6857999"/>
              <a:gd name="connsiteX61" fmla="*/ 1487334 w 12192000"/>
              <a:gd name="connsiteY61" fmla="*/ 801457 h 6857999"/>
              <a:gd name="connsiteX62" fmla="*/ 1685779 w 12192000"/>
              <a:gd name="connsiteY62" fmla="*/ 981806 h 6857999"/>
              <a:gd name="connsiteX63" fmla="*/ 1884225 w 12192000"/>
              <a:gd name="connsiteY63" fmla="*/ 801457 h 6857999"/>
              <a:gd name="connsiteX64" fmla="*/ 1884225 w 12192000"/>
              <a:gd name="connsiteY64" fmla="*/ 725456 h 6857999"/>
              <a:gd name="connsiteX65" fmla="*/ 1685779 w 12192000"/>
              <a:gd name="connsiteY65" fmla="*/ 545106 h 6857999"/>
              <a:gd name="connsiteX66" fmla="*/ 1248481 w 12192000"/>
              <a:gd name="connsiteY66" fmla="*/ 545106 h 6857999"/>
              <a:gd name="connsiteX67" fmla="*/ 1050036 w 12192000"/>
              <a:gd name="connsiteY67" fmla="*/ 725456 h 6857999"/>
              <a:gd name="connsiteX68" fmla="*/ 1050036 w 12192000"/>
              <a:gd name="connsiteY68" fmla="*/ 801457 h 6857999"/>
              <a:gd name="connsiteX69" fmla="*/ 1248481 w 12192000"/>
              <a:gd name="connsiteY69" fmla="*/ 981806 h 6857999"/>
              <a:gd name="connsiteX70" fmla="*/ 1446927 w 12192000"/>
              <a:gd name="connsiteY70" fmla="*/ 801457 h 6857999"/>
              <a:gd name="connsiteX71" fmla="*/ 1446927 w 12192000"/>
              <a:gd name="connsiteY71" fmla="*/ 725456 h 6857999"/>
              <a:gd name="connsiteX72" fmla="*/ 1248481 w 12192000"/>
              <a:gd name="connsiteY72" fmla="*/ 545106 h 6857999"/>
              <a:gd name="connsiteX73" fmla="*/ 3000079 w 12192000"/>
              <a:gd name="connsiteY73" fmla="*/ 545106 h 6857999"/>
              <a:gd name="connsiteX74" fmla="*/ 2828172 w 12192000"/>
              <a:gd name="connsiteY74" fmla="*/ 682630 h 6857999"/>
              <a:gd name="connsiteX75" fmla="*/ 2942175 w 12192000"/>
              <a:gd name="connsiteY75" fmla="*/ 806281 h 6857999"/>
              <a:gd name="connsiteX76" fmla="*/ 3018174 w 12192000"/>
              <a:gd name="connsiteY76" fmla="*/ 817743 h 6857999"/>
              <a:gd name="connsiteX77" fmla="*/ 3061604 w 12192000"/>
              <a:gd name="connsiteY77" fmla="*/ 852728 h 6857999"/>
              <a:gd name="connsiteX78" fmla="*/ 3000079 w 12192000"/>
              <a:gd name="connsiteY78" fmla="*/ 887712 h 6857999"/>
              <a:gd name="connsiteX79" fmla="*/ 2937348 w 12192000"/>
              <a:gd name="connsiteY79" fmla="*/ 845489 h 6857999"/>
              <a:gd name="connsiteX80" fmla="*/ 2937348 w 12192000"/>
              <a:gd name="connsiteY80" fmla="*/ 829203 h 6857999"/>
              <a:gd name="connsiteX81" fmla="*/ 2825761 w 12192000"/>
              <a:gd name="connsiteY81" fmla="*/ 829203 h 6857999"/>
              <a:gd name="connsiteX82" fmla="*/ 2825761 w 12192000"/>
              <a:gd name="connsiteY82" fmla="*/ 847901 h 6857999"/>
              <a:gd name="connsiteX83" fmla="*/ 3000079 w 12192000"/>
              <a:gd name="connsiteY83" fmla="*/ 981808 h 6857999"/>
              <a:gd name="connsiteX84" fmla="*/ 3172012 w 12192000"/>
              <a:gd name="connsiteY84" fmla="*/ 874148 h 6857999"/>
              <a:gd name="connsiteX85" fmla="*/ 3175000 w 12192000"/>
              <a:gd name="connsiteY85" fmla="*/ 843076 h 6857999"/>
              <a:gd name="connsiteX86" fmla="*/ 3172125 w 12192000"/>
              <a:gd name="connsiteY86" fmla="*/ 811710 h 6857999"/>
              <a:gd name="connsiteX87" fmla="*/ 3057985 w 12192000"/>
              <a:gd name="connsiteY87" fmla="*/ 718220 h 6857999"/>
              <a:gd name="connsiteX88" fmla="*/ 2982586 w 12192000"/>
              <a:gd name="connsiteY88" fmla="*/ 706758 h 6857999"/>
              <a:gd name="connsiteX89" fmla="*/ 2941572 w 12192000"/>
              <a:gd name="connsiteY89" fmla="*/ 672981 h 6857999"/>
              <a:gd name="connsiteX90" fmla="*/ 3000079 w 12192000"/>
              <a:gd name="connsiteY90" fmla="*/ 639203 h 6857999"/>
              <a:gd name="connsiteX91" fmla="*/ 3058587 w 12192000"/>
              <a:gd name="connsiteY91" fmla="*/ 680219 h 6857999"/>
              <a:gd name="connsiteX92" fmla="*/ 3058587 w 12192000"/>
              <a:gd name="connsiteY92" fmla="*/ 694092 h 6857999"/>
              <a:gd name="connsiteX93" fmla="*/ 3170176 w 12192000"/>
              <a:gd name="connsiteY93" fmla="*/ 694092 h 6857999"/>
              <a:gd name="connsiteX94" fmla="*/ 3170176 w 12192000"/>
              <a:gd name="connsiteY94" fmla="*/ 677806 h 6857999"/>
              <a:gd name="connsiteX95" fmla="*/ 3000079 w 12192000"/>
              <a:gd name="connsiteY95" fmla="*/ 545106 h 6857999"/>
              <a:gd name="connsiteX96" fmla="*/ 0 w 12192000"/>
              <a:gd name="connsiteY96" fmla="*/ 0 h 6857999"/>
              <a:gd name="connsiteX97" fmla="*/ 12192000 w 12192000"/>
              <a:gd name="connsiteY97" fmla="*/ 0 h 6857999"/>
              <a:gd name="connsiteX98" fmla="*/ 12192000 w 12192000"/>
              <a:gd name="connsiteY98" fmla="*/ 6857999 h 6857999"/>
              <a:gd name="connsiteX99" fmla="*/ 0 w 12192000"/>
              <a:gd name="connsiteY9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12192000" h="6857999">
                <a:moveTo>
                  <a:pt x="2041649" y="647043"/>
                </a:moveTo>
                <a:lnTo>
                  <a:pt x="2097141" y="647043"/>
                </a:lnTo>
                <a:cubicBezTo>
                  <a:pt x="2156253" y="647043"/>
                  <a:pt x="2185808" y="676600"/>
                  <a:pt x="2185808" y="735711"/>
                </a:cubicBezTo>
                <a:lnTo>
                  <a:pt x="2185808" y="791202"/>
                </a:lnTo>
                <a:cubicBezTo>
                  <a:pt x="2185808" y="849711"/>
                  <a:pt x="2156253" y="879871"/>
                  <a:pt x="2097141" y="879871"/>
                </a:cubicBezTo>
                <a:lnTo>
                  <a:pt x="2041649" y="879871"/>
                </a:lnTo>
                <a:close/>
                <a:moveTo>
                  <a:pt x="1685779" y="638600"/>
                </a:moveTo>
                <a:cubicBezTo>
                  <a:pt x="1737050" y="638600"/>
                  <a:pt x="1768415" y="667552"/>
                  <a:pt x="1768415" y="715201"/>
                </a:cubicBezTo>
                <a:lnTo>
                  <a:pt x="1768415" y="811711"/>
                </a:lnTo>
                <a:cubicBezTo>
                  <a:pt x="1768415" y="858758"/>
                  <a:pt x="1737048" y="888315"/>
                  <a:pt x="1685779" y="888315"/>
                </a:cubicBezTo>
                <a:cubicBezTo>
                  <a:pt x="1634510" y="888315"/>
                  <a:pt x="1603145" y="858758"/>
                  <a:pt x="1603145" y="811711"/>
                </a:cubicBezTo>
                <a:lnTo>
                  <a:pt x="1603145" y="715201"/>
                </a:lnTo>
                <a:cubicBezTo>
                  <a:pt x="1603145" y="667552"/>
                  <a:pt x="1634510" y="638600"/>
                  <a:pt x="1685779" y="638600"/>
                </a:cubicBezTo>
                <a:close/>
                <a:moveTo>
                  <a:pt x="1248481" y="638600"/>
                </a:moveTo>
                <a:cubicBezTo>
                  <a:pt x="1299752" y="638600"/>
                  <a:pt x="1331117" y="667552"/>
                  <a:pt x="1331117" y="715201"/>
                </a:cubicBezTo>
                <a:lnTo>
                  <a:pt x="1331117" y="811711"/>
                </a:lnTo>
                <a:cubicBezTo>
                  <a:pt x="1331117" y="858758"/>
                  <a:pt x="1299749" y="888315"/>
                  <a:pt x="1248481" y="888315"/>
                </a:cubicBezTo>
                <a:cubicBezTo>
                  <a:pt x="1197212" y="888315"/>
                  <a:pt x="1165846" y="858758"/>
                  <a:pt x="1165846" y="811711"/>
                </a:cubicBezTo>
                <a:lnTo>
                  <a:pt x="1165846" y="715201"/>
                </a:lnTo>
                <a:cubicBezTo>
                  <a:pt x="1165846" y="667552"/>
                  <a:pt x="1197212" y="638600"/>
                  <a:pt x="1248481" y="638600"/>
                </a:cubicBezTo>
                <a:close/>
                <a:moveTo>
                  <a:pt x="1927044" y="552346"/>
                </a:moveTo>
                <a:lnTo>
                  <a:pt x="1927044" y="974570"/>
                </a:lnTo>
                <a:lnTo>
                  <a:pt x="2097141" y="974570"/>
                </a:lnTo>
                <a:cubicBezTo>
                  <a:pt x="2226825" y="974570"/>
                  <a:pt x="2301618" y="906409"/>
                  <a:pt x="2301618" y="789394"/>
                </a:cubicBezTo>
                <a:lnTo>
                  <a:pt x="2301618" y="737520"/>
                </a:lnTo>
                <a:cubicBezTo>
                  <a:pt x="2301618" y="620504"/>
                  <a:pt x="2226825" y="552346"/>
                  <a:pt x="2097141" y="552346"/>
                </a:cubicBezTo>
                <a:close/>
                <a:moveTo>
                  <a:pt x="2266624" y="552345"/>
                </a:moveTo>
                <a:lnTo>
                  <a:pt x="2420435" y="788790"/>
                </a:lnTo>
                <a:lnTo>
                  <a:pt x="2420435" y="974569"/>
                </a:lnTo>
                <a:lnTo>
                  <a:pt x="2529007" y="974569"/>
                </a:lnTo>
                <a:lnTo>
                  <a:pt x="2529007" y="788790"/>
                </a:lnTo>
                <a:lnTo>
                  <a:pt x="2682817" y="552345"/>
                </a:lnTo>
                <a:lnTo>
                  <a:pt x="2558564" y="552345"/>
                </a:lnTo>
                <a:lnTo>
                  <a:pt x="2477738" y="685042"/>
                </a:lnTo>
                <a:lnTo>
                  <a:pt x="2396307" y="552345"/>
                </a:lnTo>
                <a:close/>
                <a:moveTo>
                  <a:pt x="2694276" y="552345"/>
                </a:moveTo>
                <a:lnTo>
                  <a:pt x="2694276" y="666947"/>
                </a:lnTo>
                <a:lnTo>
                  <a:pt x="2743134" y="666947"/>
                </a:lnTo>
                <a:lnTo>
                  <a:pt x="2710563" y="756821"/>
                </a:lnTo>
                <a:lnTo>
                  <a:pt x="2735293" y="756821"/>
                </a:lnTo>
                <a:lnTo>
                  <a:pt x="2808881" y="657901"/>
                </a:lnTo>
                <a:lnTo>
                  <a:pt x="2808881" y="552345"/>
                </a:lnTo>
                <a:close/>
                <a:moveTo>
                  <a:pt x="539750" y="552345"/>
                </a:moveTo>
                <a:lnTo>
                  <a:pt x="539750" y="974568"/>
                </a:lnTo>
                <a:lnTo>
                  <a:pt x="645307" y="974568"/>
                </a:lnTo>
                <a:lnTo>
                  <a:pt x="645307" y="700726"/>
                </a:lnTo>
                <a:lnTo>
                  <a:pt x="660385" y="763457"/>
                </a:lnTo>
                <a:lnTo>
                  <a:pt x="716483" y="974568"/>
                </a:lnTo>
                <a:lnTo>
                  <a:pt x="827466" y="974568"/>
                </a:lnTo>
                <a:lnTo>
                  <a:pt x="883562" y="763457"/>
                </a:lnTo>
                <a:lnTo>
                  <a:pt x="898643" y="700726"/>
                </a:lnTo>
                <a:lnTo>
                  <a:pt x="898643" y="974568"/>
                </a:lnTo>
                <a:lnTo>
                  <a:pt x="1006610" y="974568"/>
                </a:lnTo>
                <a:lnTo>
                  <a:pt x="1006610" y="552345"/>
                </a:lnTo>
                <a:lnTo>
                  <a:pt x="838323" y="552345"/>
                </a:lnTo>
                <a:lnTo>
                  <a:pt x="785847" y="769489"/>
                </a:lnTo>
                <a:lnTo>
                  <a:pt x="773181" y="829806"/>
                </a:lnTo>
                <a:lnTo>
                  <a:pt x="760513" y="769489"/>
                </a:lnTo>
                <a:lnTo>
                  <a:pt x="708037" y="552345"/>
                </a:lnTo>
                <a:close/>
                <a:moveTo>
                  <a:pt x="1685779" y="545106"/>
                </a:moveTo>
                <a:cubicBezTo>
                  <a:pt x="1561525" y="545106"/>
                  <a:pt x="1487334" y="612662"/>
                  <a:pt x="1487334" y="725456"/>
                </a:cubicBezTo>
                <a:lnTo>
                  <a:pt x="1487334" y="801457"/>
                </a:lnTo>
                <a:cubicBezTo>
                  <a:pt x="1487334" y="914854"/>
                  <a:pt x="1560922" y="981806"/>
                  <a:pt x="1685779" y="981806"/>
                </a:cubicBezTo>
                <a:cubicBezTo>
                  <a:pt x="1810035" y="981806"/>
                  <a:pt x="1884225" y="914251"/>
                  <a:pt x="1884225" y="801457"/>
                </a:cubicBezTo>
                <a:lnTo>
                  <a:pt x="1884225" y="725456"/>
                </a:lnTo>
                <a:cubicBezTo>
                  <a:pt x="1884225" y="612059"/>
                  <a:pt x="1810637" y="545106"/>
                  <a:pt x="1685779" y="545106"/>
                </a:cubicBezTo>
                <a:close/>
                <a:moveTo>
                  <a:pt x="1248481" y="545106"/>
                </a:moveTo>
                <a:cubicBezTo>
                  <a:pt x="1124227" y="545106"/>
                  <a:pt x="1050036" y="612662"/>
                  <a:pt x="1050036" y="725456"/>
                </a:cubicBezTo>
                <a:lnTo>
                  <a:pt x="1050036" y="801457"/>
                </a:lnTo>
                <a:cubicBezTo>
                  <a:pt x="1050036" y="914854"/>
                  <a:pt x="1123624" y="981806"/>
                  <a:pt x="1248481" y="981806"/>
                </a:cubicBezTo>
                <a:cubicBezTo>
                  <a:pt x="1372737" y="981806"/>
                  <a:pt x="1446927" y="914251"/>
                  <a:pt x="1446927" y="801457"/>
                </a:cubicBezTo>
                <a:lnTo>
                  <a:pt x="1446927" y="725456"/>
                </a:lnTo>
                <a:cubicBezTo>
                  <a:pt x="1446927" y="612059"/>
                  <a:pt x="1373339" y="545106"/>
                  <a:pt x="1248481" y="545106"/>
                </a:cubicBezTo>
                <a:close/>
                <a:moveTo>
                  <a:pt x="3000079" y="545106"/>
                </a:moveTo>
                <a:cubicBezTo>
                  <a:pt x="2891506" y="545106"/>
                  <a:pt x="2828172" y="595774"/>
                  <a:pt x="2828172" y="682630"/>
                </a:cubicBezTo>
                <a:cubicBezTo>
                  <a:pt x="2828172" y="773710"/>
                  <a:pt x="2892714" y="799045"/>
                  <a:pt x="2942175" y="806281"/>
                </a:cubicBezTo>
                <a:lnTo>
                  <a:pt x="3018174" y="817743"/>
                </a:lnTo>
                <a:cubicBezTo>
                  <a:pt x="3044112" y="821362"/>
                  <a:pt x="3061604" y="826790"/>
                  <a:pt x="3061604" y="852728"/>
                </a:cubicBezTo>
                <a:cubicBezTo>
                  <a:pt x="3061604" y="875647"/>
                  <a:pt x="3040492" y="887712"/>
                  <a:pt x="3000079" y="887712"/>
                </a:cubicBezTo>
                <a:cubicBezTo>
                  <a:pt x="2956048" y="887712"/>
                  <a:pt x="2937348" y="875044"/>
                  <a:pt x="2937348" y="845489"/>
                </a:cubicBezTo>
                <a:lnTo>
                  <a:pt x="2937348" y="829203"/>
                </a:lnTo>
                <a:lnTo>
                  <a:pt x="2825761" y="829203"/>
                </a:lnTo>
                <a:lnTo>
                  <a:pt x="2825761" y="847901"/>
                </a:lnTo>
                <a:cubicBezTo>
                  <a:pt x="2825761" y="931743"/>
                  <a:pt x="2890301" y="981808"/>
                  <a:pt x="3000079" y="981808"/>
                </a:cubicBezTo>
                <a:cubicBezTo>
                  <a:pt x="3096664" y="981808"/>
                  <a:pt x="3158149" y="942554"/>
                  <a:pt x="3172012" y="874148"/>
                </a:cubicBezTo>
                <a:lnTo>
                  <a:pt x="3175000" y="843076"/>
                </a:lnTo>
                <a:lnTo>
                  <a:pt x="3172125" y="811710"/>
                </a:lnTo>
                <a:cubicBezTo>
                  <a:pt x="3159054" y="745334"/>
                  <a:pt x="3103902" y="725081"/>
                  <a:pt x="3057985" y="718220"/>
                </a:cubicBezTo>
                <a:lnTo>
                  <a:pt x="2982586" y="706758"/>
                </a:lnTo>
                <a:cubicBezTo>
                  <a:pt x="2958461" y="703139"/>
                  <a:pt x="2941572" y="697711"/>
                  <a:pt x="2941572" y="672981"/>
                </a:cubicBezTo>
                <a:cubicBezTo>
                  <a:pt x="2941572" y="650662"/>
                  <a:pt x="2961475" y="639203"/>
                  <a:pt x="3000079" y="639203"/>
                </a:cubicBezTo>
                <a:cubicBezTo>
                  <a:pt x="3041095" y="639203"/>
                  <a:pt x="3058587" y="651265"/>
                  <a:pt x="3058587" y="680219"/>
                </a:cubicBezTo>
                <a:lnTo>
                  <a:pt x="3058587" y="694092"/>
                </a:lnTo>
                <a:lnTo>
                  <a:pt x="3170176" y="694092"/>
                </a:lnTo>
                <a:lnTo>
                  <a:pt x="3170176" y="677806"/>
                </a:lnTo>
                <a:cubicBezTo>
                  <a:pt x="3170176" y="594567"/>
                  <a:pt x="3106842" y="545106"/>
                  <a:pt x="3000079" y="545106"/>
                </a:cubicBezTo>
                <a:close/>
                <a:moveTo>
                  <a:pt x="0" y="0"/>
                </a:moveTo>
                <a:lnTo>
                  <a:pt x="12192000" y="0"/>
                </a:lnTo>
                <a:lnTo>
                  <a:pt x="12192000" y="6857999"/>
                </a:lnTo>
                <a:lnTo>
                  <a:pt x="0" y="6857999"/>
                </a:lnTo>
                <a:close/>
              </a:path>
            </a:pathLst>
          </a:custGeom>
          <a:solidFill>
            <a:srgbClr val="F0F0F1"/>
          </a:solidFill>
        </p:spPr>
        <p:txBody>
          <a:bodyPr wrap="square" rIns="548640" anchor="ctr">
            <a:noAutofit/>
          </a:bodyPr>
          <a:lstStyle>
            <a:lvl1pPr algn="r">
              <a:defRPr>
                <a:solidFill>
                  <a:schemeClr val="bg1"/>
                </a:solidFill>
              </a:defRPr>
            </a:lvl1pPr>
          </a:lstStyle>
          <a:p>
            <a:r>
              <a:rPr lang="en-US"/>
              <a:t>Click to add picture</a:t>
            </a:r>
          </a:p>
        </p:txBody>
      </p:sp>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bg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bg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6DC47A95-CCFB-A6E7-23DB-287FFF642D6A}"/>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bg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Text Placeholder 8">
            <a:extLst>
              <a:ext uri="{FF2B5EF4-FFF2-40B4-BE49-F238E27FC236}">
                <a16:creationId xmlns:a16="http://schemas.microsoft.com/office/drawing/2014/main" id="{A16C230C-5691-F970-ED78-91F42403D1D0}"/>
              </a:ext>
            </a:extLst>
          </p:cNvPr>
          <p:cNvSpPr>
            <a:spLocks noGrp="1"/>
          </p:cNvSpPr>
          <p:nvPr>
            <p:ph type="body" sz="quarter" idx="14" hasCustomPrompt="1"/>
          </p:nvPr>
        </p:nvSpPr>
        <p:spPr>
          <a:xfrm>
            <a:off x="6194424" y="696913"/>
            <a:ext cx="5438779" cy="430212"/>
          </a:xfrm>
        </p:spPr>
        <p:txBody>
          <a:bodyPr tIns="91440">
            <a:noAutofit/>
          </a:bodyPr>
          <a:lstStyle>
            <a:lvl1pPr marL="0" indent="0" algn="r">
              <a:buFont typeface="Arial" panose="020B0604020202020204" pitchFamily="34" charset="0"/>
              <a:buNone/>
              <a:defRPr sz="1600" b="1">
                <a:solidFill>
                  <a:schemeClr val="bg1"/>
                </a:solidFill>
              </a:defRPr>
            </a:lvl1pPr>
            <a:lvl2pPr marL="0" indent="0" algn="r">
              <a:buNone/>
              <a:defRPr sz="1600" b="1">
                <a:solidFill>
                  <a:schemeClr val="tx1"/>
                </a:solidFill>
              </a:defRPr>
            </a:lvl2pPr>
            <a:lvl3pPr marL="0" indent="0" algn="r">
              <a:buNone/>
              <a:defRPr sz="1600" b="1">
                <a:solidFill>
                  <a:schemeClr val="tx1"/>
                </a:solidFill>
              </a:defRPr>
            </a:lvl3pPr>
            <a:lvl4pPr marL="0" indent="0" algn="r">
              <a:buNone/>
              <a:defRPr sz="1600" b="1">
                <a:solidFill>
                  <a:schemeClr val="tx1"/>
                </a:solidFill>
              </a:defRPr>
            </a:lvl4pPr>
            <a:lvl5pPr marL="0" indent="0" algn="r">
              <a:buFont typeface="Arial" panose="020B0604020202020204" pitchFamily="34" charset="0"/>
              <a:buNone/>
              <a:defRPr sz="1600" b="1">
                <a:solidFill>
                  <a:schemeClr val="tx1"/>
                </a:solidFill>
              </a:defRPr>
            </a:lvl5pPr>
            <a:lvl6pPr marL="0" indent="0" algn="r">
              <a:buNone/>
              <a:defRPr sz="1600" b="1">
                <a:solidFill>
                  <a:schemeClr val="tx1"/>
                </a:solidFill>
              </a:defRPr>
            </a:lvl6pPr>
            <a:lvl7pPr marL="0" indent="0" algn="r">
              <a:buNone/>
              <a:defRPr sz="1600" b="1">
                <a:solidFill>
                  <a:schemeClr val="tx1"/>
                </a:solidFill>
              </a:defRPr>
            </a:lvl7pPr>
            <a:lvl8pPr marL="0" indent="0" algn="r">
              <a:buNone/>
              <a:defRPr sz="1600" b="1">
                <a:solidFill>
                  <a:schemeClr val="tx1"/>
                </a:solidFill>
              </a:defRPr>
            </a:lvl8pPr>
            <a:lvl9pPr marL="0" indent="0" algn="r">
              <a:buNone/>
              <a:defRPr sz="1600" b="1">
                <a:solidFill>
                  <a:schemeClr val="tx1"/>
                </a:solidFill>
              </a:defRPr>
            </a:lvl9pPr>
          </a:lstStyle>
          <a:p>
            <a:pPr lvl="0"/>
            <a:r>
              <a:rPr lang="en-US"/>
              <a:t>Division / Geography</a:t>
            </a:r>
          </a:p>
        </p:txBody>
      </p:sp>
      <p:sp>
        <p:nvSpPr>
          <p:cNvPr id="11" name="Text Placeholder 12">
            <a:extLst>
              <a:ext uri="{FF2B5EF4-FFF2-40B4-BE49-F238E27FC236}">
                <a16:creationId xmlns:a16="http://schemas.microsoft.com/office/drawing/2014/main" id="{3C21ED02-4A33-6EFD-6724-30A8642C13A3}"/>
              </a:ext>
            </a:extLst>
          </p:cNvPr>
          <p:cNvSpPr>
            <a:spLocks noGrp="1"/>
          </p:cNvSpPr>
          <p:nvPr>
            <p:ph type="body" sz="quarter" idx="99" hasCustomPrompt="1"/>
          </p:nvPr>
        </p:nvSpPr>
        <p:spPr>
          <a:xfrm>
            <a:off x="539750" y="6311900"/>
            <a:ext cx="2619375" cy="269875"/>
          </a:xfrm>
        </p:spPr>
        <p:txBody>
          <a:bodyPr anchor="b">
            <a:noAutofit/>
          </a:bodyPr>
          <a:lstStyle>
            <a:lvl1pPr>
              <a:defRPr sz="1000" b="0">
                <a:solidFill>
                  <a:schemeClr val="bg1"/>
                </a:solidFill>
              </a:defRPr>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DDFCCCE6-1080-7167-2C83-D3BE43A6E107}"/>
              </a:ext>
            </a:extLst>
          </p:cNvPr>
          <p:cNvSpPr>
            <a:spLocks noGrp="1"/>
          </p:cNvSpPr>
          <p:nvPr>
            <p:ph type="body" sz="quarter" idx="100" hasCustomPrompt="1"/>
          </p:nvPr>
        </p:nvSpPr>
        <p:spPr>
          <a:xfrm>
            <a:off x="546099" y="3014450"/>
            <a:ext cx="2615184" cy="281478"/>
          </a:xfrm>
        </p:spPr>
        <p:txBody>
          <a:bodyPr>
            <a:noAutofit/>
          </a:bodyPr>
          <a:lstStyle>
            <a:lvl1pPr>
              <a:defRPr sz="1000">
                <a:solidFill>
                  <a:schemeClr val="bg1"/>
                </a:solidFill>
              </a:defRPr>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3" name="Text Placeholder 17">
            <a:extLst>
              <a:ext uri="{FF2B5EF4-FFF2-40B4-BE49-F238E27FC236}">
                <a16:creationId xmlns:a16="http://schemas.microsoft.com/office/drawing/2014/main" id="{4E920023-5558-3759-D0F7-D4E02260898A}"/>
              </a:ext>
            </a:extLst>
          </p:cNvPr>
          <p:cNvSpPr>
            <a:spLocks noGrp="1"/>
          </p:cNvSpPr>
          <p:nvPr>
            <p:ph type="body" sz="quarter" idx="101" hasCustomPrompt="1"/>
          </p:nvPr>
        </p:nvSpPr>
        <p:spPr>
          <a:xfrm>
            <a:off x="3386138" y="3009900"/>
            <a:ext cx="2615184" cy="286028"/>
          </a:xfrm>
        </p:spPr>
        <p:txBody>
          <a:bodyPr>
            <a:noAutofit/>
          </a:bodyPr>
          <a:lstStyle>
            <a:lvl1pPr>
              <a:defRPr sz="1000">
                <a:solidFill>
                  <a:schemeClr val="bg1"/>
                </a:solidFill>
              </a:defRPr>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4" name="Text Placeholder 19">
            <a:extLst>
              <a:ext uri="{FF2B5EF4-FFF2-40B4-BE49-F238E27FC236}">
                <a16:creationId xmlns:a16="http://schemas.microsoft.com/office/drawing/2014/main" id="{6463DDA5-4241-B62D-0CE3-D5CF7DDC78DE}"/>
              </a:ext>
            </a:extLst>
          </p:cNvPr>
          <p:cNvSpPr>
            <a:spLocks noGrp="1"/>
          </p:cNvSpPr>
          <p:nvPr>
            <p:ph type="body" sz="quarter" idx="102" hasCustomPrompt="1"/>
          </p:nvPr>
        </p:nvSpPr>
        <p:spPr>
          <a:xfrm>
            <a:off x="6194425" y="3009900"/>
            <a:ext cx="2615184" cy="286028"/>
          </a:xfrm>
        </p:spPr>
        <p:txBody>
          <a:bodyPr>
            <a:normAutofit/>
          </a:bodyPr>
          <a:lstStyle>
            <a:lvl1pPr>
              <a:defRPr sz="1000">
                <a:solidFill>
                  <a:schemeClr val="bg1"/>
                </a:solidFill>
              </a:defRPr>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501217140"/>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9" name="Picture Placeholder 8">
            <a:extLst>
              <a:ext uri="{FF2B5EF4-FFF2-40B4-BE49-F238E27FC236}">
                <a16:creationId xmlns:a16="http://schemas.microsoft.com/office/drawing/2014/main" id="{7AC15287-0630-B8DA-C579-8B9B7FB3569E}"/>
              </a:ext>
            </a:extLst>
          </p:cNvPr>
          <p:cNvSpPr>
            <a:spLocks noGrp="1"/>
          </p:cNvSpPr>
          <p:nvPr>
            <p:ph type="pic" sz="quarter" idx="13" hasCustomPrompt="1"/>
          </p:nvPr>
        </p:nvSpPr>
        <p:spPr bwMode="auto">
          <a:xfrm>
            <a:off x="6096000" y="0"/>
            <a:ext cx="2029968" cy="5868988"/>
          </a:xfrm>
          <a:solidFill>
            <a:srgbClr val="A6A9AA"/>
          </a:solidFill>
        </p:spPr>
        <p:txBody>
          <a:bodyPr tIns="731520" anchor="ctr"/>
          <a:lstStyle>
            <a:lvl1pPr algn="ctr">
              <a:defRPr b="0">
                <a:solidFill>
                  <a:schemeClr val="bg1"/>
                </a:solidFill>
                <a:latin typeface="+mn-lt"/>
              </a:defRPr>
            </a:lvl1pPr>
          </a:lstStyle>
          <a:p>
            <a:r>
              <a:rPr lang="en-US"/>
              <a:t>Dynamic slice crop 1</a:t>
            </a:r>
          </a:p>
        </p:txBody>
      </p:sp>
      <p:sp>
        <p:nvSpPr>
          <p:cNvPr id="13" name="Picture Placeholder 8">
            <a:extLst>
              <a:ext uri="{FF2B5EF4-FFF2-40B4-BE49-F238E27FC236}">
                <a16:creationId xmlns:a16="http://schemas.microsoft.com/office/drawing/2014/main" id="{88B0AA94-1619-F4BF-E5D2-311BE603DDAC}"/>
              </a:ext>
            </a:extLst>
          </p:cNvPr>
          <p:cNvSpPr>
            <a:spLocks noGrp="1"/>
          </p:cNvSpPr>
          <p:nvPr>
            <p:ph type="pic" sz="quarter" idx="14" hasCustomPrompt="1"/>
          </p:nvPr>
        </p:nvSpPr>
        <p:spPr bwMode="auto">
          <a:xfrm>
            <a:off x="8125968" y="1422400"/>
            <a:ext cx="2029968" cy="5434765"/>
          </a:xfrm>
          <a:solidFill>
            <a:srgbClr val="A6A9AA"/>
          </a:solidFill>
        </p:spPr>
        <p:txBody>
          <a:bodyPr tIns="731520" anchor="ctr"/>
          <a:lstStyle>
            <a:lvl1pPr algn="ctr">
              <a:defRPr b="0">
                <a:solidFill>
                  <a:schemeClr val="bg1"/>
                </a:solidFill>
                <a:latin typeface="+mn-lt"/>
              </a:defRPr>
            </a:lvl1pPr>
          </a:lstStyle>
          <a:p>
            <a:r>
              <a:rPr lang="en-US"/>
              <a:t>Dynamic slice crop 2</a:t>
            </a:r>
          </a:p>
        </p:txBody>
      </p:sp>
      <p:sp>
        <p:nvSpPr>
          <p:cNvPr id="15" name="Picture Placeholder 8">
            <a:extLst>
              <a:ext uri="{FF2B5EF4-FFF2-40B4-BE49-F238E27FC236}">
                <a16:creationId xmlns:a16="http://schemas.microsoft.com/office/drawing/2014/main" id="{D814C211-DBD2-6DA0-0A9F-8BF774A63EE4}"/>
              </a:ext>
            </a:extLst>
          </p:cNvPr>
          <p:cNvSpPr>
            <a:spLocks noGrp="1"/>
          </p:cNvSpPr>
          <p:nvPr>
            <p:ph type="pic" sz="quarter" idx="15" hasCustomPrompt="1"/>
          </p:nvPr>
        </p:nvSpPr>
        <p:spPr bwMode="auto">
          <a:xfrm>
            <a:off x="10155936" y="1"/>
            <a:ext cx="2036063" cy="4419599"/>
          </a:xfrm>
          <a:solidFill>
            <a:srgbClr val="A6A9AA"/>
          </a:solidFill>
        </p:spPr>
        <p:txBody>
          <a:bodyPr tIns="731520" anchor="ctr"/>
          <a:lstStyle>
            <a:lvl1pPr algn="ctr">
              <a:defRPr b="0">
                <a:solidFill>
                  <a:schemeClr val="bg1"/>
                </a:solidFill>
                <a:latin typeface="+mn-lt"/>
              </a:defRPr>
            </a:lvl1pPr>
          </a:lstStyle>
          <a:p>
            <a:r>
              <a:rPr lang="en-US"/>
              <a:t>Dynamic slice crop 3</a:t>
            </a:r>
          </a:p>
        </p:txBody>
      </p:sp>
      <p:sp>
        <p:nvSpPr>
          <p:cNvPr id="4" name="Text Placeholder 11">
            <a:extLst>
              <a:ext uri="{FF2B5EF4-FFF2-40B4-BE49-F238E27FC236}">
                <a16:creationId xmlns:a16="http://schemas.microsoft.com/office/drawing/2014/main" id="{662F28CC-4FDC-6231-81B1-808636A2AFE1}"/>
              </a:ext>
            </a:extLst>
          </p:cNvPr>
          <p:cNvSpPr>
            <a:spLocks noGrp="1"/>
          </p:cNvSpPr>
          <p:nvPr>
            <p:ph type="body" sz="quarter" idx="11" hasCustomPrompt="1"/>
          </p:nvPr>
        </p:nvSpPr>
        <p:spPr>
          <a:xfrm>
            <a:off x="3367089" y="6311900"/>
            <a:ext cx="544512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3" name="Date Placeholder 3">
            <a:extLst>
              <a:ext uri="{FF2B5EF4-FFF2-40B4-BE49-F238E27FC236}">
                <a16:creationId xmlns:a16="http://schemas.microsoft.com/office/drawing/2014/main" id="{4E4E5E40-9936-2B1A-A957-B3832110D191}"/>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1" name="Text Placeholder 12">
            <a:extLst>
              <a:ext uri="{FF2B5EF4-FFF2-40B4-BE49-F238E27FC236}">
                <a16:creationId xmlns:a16="http://schemas.microsoft.com/office/drawing/2014/main" id="{2831160B-5FF4-1736-F0D0-4A4677891D9D}"/>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2" name="Text Placeholder 15">
            <a:extLst>
              <a:ext uri="{FF2B5EF4-FFF2-40B4-BE49-F238E27FC236}">
                <a16:creationId xmlns:a16="http://schemas.microsoft.com/office/drawing/2014/main" id="{CF96A1AB-78C0-6521-B97B-BDB3F01285A2}"/>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E8D27B1D-88E9-5CC5-DDCC-40CEA313B46B}"/>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6" name="Text Placeholder 19">
            <a:extLst>
              <a:ext uri="{FF2B5EF4-FFF2-40B4-BE49-F238E27FC236}">
                <a16:creationId xmlns:a16="http://schemas.microsoft.com/office/drawing/2014/main" id="{B7AFFEB9-D67F-9298-FCF9-0054A5CB24FB}"/>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303780454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7">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04150-992C-F011-69D3-7F4A3F6FF433}"/>
              </a:ext>
            </a:extLst>
          </p:cNvPr>
          <p:cNvSpPr>
            <a:spLocks noGrp="1"/>
          </p:cNvSpPr>
          <p:nvPr>
            <p:ph type="title"/>
          </p:nvPr>
        </p:nvSpPr>
        <p:spPr>
          <a:xfrm>
            <a:off x="539751" y="3552825"/>
            <a:ext cx="5441950" cy="2179638"/>
          </a:xfrm>
          <a:prstGeom prst="rect">
            <a:avLst/>
          </a:prstGeom>
        </p:spPr>
        <p:txBody>
          <a:bodyPr anchor="b"/>
          <a:lstStyle>
            <a:lvl1pPr>
              <a:defRPr b="1">
                <a:solidFill>
                  <a:schemeClr val="tx1"/>
                </a:solidFill>
              </a:defRPr>
            </a:lvl1pPr>
          </a:lstStyle>
          <a:p>
            <a:r>
              <a:rPr lang="en-US"/>
              <a:t>Click to edit Master title style</a:t>
            </a:r>
          </a:p>
        </p:txBody>
      </p:sp>
      <p:sp>
        <p:nvSpPr>
          <p:cNvPr id="6" name="Freeform 5">
            <a:extLst>
              <a:ext uri="{FF2B5EF4-FFF2-40B4-BE49-F238E27FC236}">
                <a16:creationId xmlns:a16="http://schemas.microsoft.com/office/drawing/2014/main" id="{EBC8BAC9-2F39-70BA-C3AC-DE7DA1042A5B}"/>
              </a:ext>
            </a:extLst>
          </p:cNvPr>
          <p:cNvSpPr/>
          <p:nvPr userDrawn="1"/>
        </p:nvSpPr>
        <p:spPr bwMode="black">
          <a:xfrm>
            <a:off x="539750" y="545106"/>
            <a:ext cx="2635250" cy="436702"/>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4" name="Text Placeholder 11">
            <a:extLst>
              <a:ext uri="{FF2B5EF4-FFF2-40B4-BE49-F238E27FC236}">
                <a16:creationId xmlns:a16="http://schemas.microsoft.com/office/drawing/2014/main" id="{6FA1FE30-4DE2-0D36-81F6-894372591DE3}"/>
              </a:ext>
            </a:extLst>
          </p:cNvPr>
          <p:cNvSpPr>
            <a:spLocks noGrp="1"/>
          </p:cNvSpPr>
          <p:nvPr>
            <p:ph type="body" sz="quarter" idx="11" hasCustomPrompt="1"/>
          </p:nvPr>
        </p:nvSpPr>
        <p:spPr>
          <a:xfrm>
            <a:off x="3367089" y="6311900"/>
            <a:ext cx="2624136" cy="269875"/>
          </a:xfrm>
        </p:spPr>
        <p:txBody>
          <a:bodyPr anchor="b">
            <a:normAutofit/>
          </a:bodyPr>
          <a:lstStyle>
            <a:lvl1pPr marL="0" algn="l" defTabSz="914400" rtl="0" eaLnBrk="1" latinLnBrk="0" hangingPunct="1">
              <a:defRPr lang="en-US" sz="1000" b="0" i="0" kern="1200" dirty="0" smtClean="0">
                <a:solidFill>
                  <a:schemeClr val="tx1"/>
                </a:solidFill>
                <a:latin typeface="+mn-lt"/>
                <a:ea typeface="GT America Regular" pitchFamily="2" charset="77"/>
                <a:cs typeface="GT America Regular" pitchFamily="2" charset="77"/>
              </a:defRPr>
            </a:lvl1pPr>
            <a:lvl2pPr>
              <a:defRPr sz="1000"/>
            </a:lvl2pPr>
            <a:lvl3pPr marL="0" indent="0">
              <a:buNone/>
              <a:defRPr sz="1000"/>
            </a:lvl3pPr>
            <a:lvl4pPr marL="0" indent="0">
              <a:defRPr sz="1000"/>
            </a:lvl4pPr>
            <a:lvl5pPr marL="0" indent="0">
              <a:buNone/>
              <a:defRPr sz="1000"/>
            </a:lvl5pPr>
            <a:lvl6pPr marL="0" indent="0">
              <a:defRPr sz="1000"/>
            </a:lvl6pPr>
            <a:lvl7pPr marL="0" indent="0">
              <a:buNone/>
              <a:defRPr sz="1000"/>
            </a:lvl7pPr>
            <a:lvl8pPr marL="0" indent="0">
              <a:defRPr sz="1000"/>
            </a:lvl8pPr>
            <a:lvl9pPr marL="0" indent="0">
              <a:buNone/>
              <a:defRPr sz="1000"/>
            </a:lvl9pPr>
          </a:lstStyle>
          <a:p>
            <a:pPr lvl="0"/>
            <a:r>
              <a:rPr lang="en-US"/>
              <a:t>Title Department</a:t>
            </a:r>
          </a:p>
        </p:txBody>
      </p:sp>
      <p:sp>
        <p:nvSpPr>
          <p:cNvPr id="8" name="Picture Placeholder 9">
            <a:extLst>
              <a:ext uri="{FF2B5EF4-FFF2-40B4-BE49-F238E27FC236}">
                <a16:creationId xmlns:a16="http://schemas.microsoft.com/office/drawing/2014/main" id="{4DFF5D06-761A-8209-6035-68AC3551CA5A}"/>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9" name="Picture Placeholder 9">
            <a:extLst>
              <a:ext uri="{FF2B5EF4-FFF2-40B4-BE49-F238E27FC236}">
                <a16:creationId xmlns:a16="http://schemas.microsoft.com/office/drawing/2014/main" id="{A06D238C-D66D-D54D-25CD-678D0ECC7E53}"/>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3" name="Date Placeholder 3">
            <a:extLst>
              <a:ext uri="{FF2B5EF4-FFF2-40B4-BE49-F238E27FC236}">
                <a16:creationId xmlns:a16="http://schemas.microsoft.com/office/drawing/2014/main" id="{0C3AF8AB-703B-6EF3-1025-97479D9CF493}"/>
              </a:ext>
            </a:extLst>
          </p:cNvPr>
          <p:cNvSpPr>
            <a:spLocks noGrp="1"/>
          </p:cNvSpPr>
          <p:nvPr>
            <p:ph type="dt" sz="half" idx="2"/>
          </p:nvPr>
        </p:nvSpPr>
        <p:spPr>
          <a:xfrm>
            <a:off x="9013829" y="6311900"/>
            <a:ext cx="2619375" cy="269875"/>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12" name="Text Placeholder 12">
            <a:extLst>
              <a:ext uri="{FF2B5EF4-FFF2-40B4-BE49-F238E27FC236}">
                <a16:creationId xmlns:a16="http://schemas.microsoft.com/office/drawing/2014/main" id="{EDF60DF2-B8E2-23E1-0952-91B36AE41896}"/>
              </a:ext>
            </a:extLst>
          </p:cNvPr>
          <p:cNvSpPr>
            <a:spLocks noGrp="1"/>
          </p:cNvSpPr>
          <p:nvPr>
            <p:ph type="body" sz="quarter" idx="99" hasCustomPrompt="1"/>
          </p:nvPr>
        </p:nvSpPr>
        <p:spPr>
          <a:xfrm>
            <a:off x="539750" y="6311900"/>
            <a:ext cx="2619375" cy="269875"/>
          </a:xfrm>
        </p:spPr>
        <p:txBody>
          <a:bodyPr anchor="b">
            <a:noAutofit/>
          </a:bodyPr>
          <a:lstStyle>
            <a:lvl1pPr>
              <a:defRPr sz="1000" b="0"/>
            </a:lvl1pPr>
            <a:lvl2pP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Single presenter</a:t>
            </a:r>
          </a:p>
        </p:txBody>
      </p:sp>
      <p:sp>
        <p:nvSpPr>
          <p:cNvPr id="13" name="Text Placeholder 15">
            <a:extLst>
              <a:ext uri="{FF2B5EF4-FFF2-40B4-BE49-F238E27FC236}">
                <a16:creationId xmlns:a16="http://schemas.microsoft.com/office/drawing/2014/main" id="{83A399C3-4B34-EF9D-F98F-879132EB60BE}"/>
              </a:ext>
            </a:extLst>
          </p:cNvPr>
          <p:cNvSpPr>
            <a:spLocks noGrp="1"/>
          </p:cNvSpPr>
          <p:nvPr>
            <p:ph type="body" sz="quarter" idx="100" hasCustomPrompt="1"/>
          </p:nvPr>
        </p:nvSpPr>
        <p:spPr>
          <a:xfrm>
            <a:off x="559816" y="1717185"/>
            <a:ext cx="2615184" cy="281478"/>
          </a:xfrm>
        </p:spPr>
        <p:txBody>
          <a:bodyPr>
            <a:noAutofit/>
          </a:bodyPr>
          <a:lstStyle>
            <a:lvl1pPr>
              <a:defRPr sz="1000"/>
            </a:lvl1pPr>
            <a:lvl2pPr marL="285750" indent="-285750">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1</a:t>
            </a:r>
          </a:p>
        </p:txBody>
      </p:sp>
      <p:sp>
        <p:nvSpPr>
          <p:cNvPr id="14" name="Text Placeholder 17">
            <a:extLst>
              <a:ext uri="{FF2B5EF4-FFF2-40B4-BE49-F238E27FC236}">
                <a16:creationId xmlns:a16="http://schemas.microsoft.com/office/drawing/2014/main" id="{04311926-1FA1-54E9-A566-1E93D701E606}"/>
              </a:ext>
            </a:extLst>
          </p:cNvPr>
          <p:cNvSpPr>
            <a:spLocks noGrp="1"/>
          </p:cNvSpPr>
          <p:nvPr>
            <p:ph type="body" sz="quarter" idx="101" hasCustomPrompt="1"/>
          </p:nvPr>
        </p:nvSpPr>
        <p:spPr>
          <a:xfrm>
            <a:off x="559816" y="2284135"/>
            <a:ext cx="2615184" cy="286028"/>
          </a:xfrm>
        </p:spPr>
        <p:txBody>
          <a:bodyPr>
            <a:noAutofit/>
          </a:bodyPr>
          <a:lstStyle>
            <a:lvl1pPr>
              <a:defRPr sz="1000"/>
            </a:lvl1pPr>
            <a:lvl2pPr marL="284163" indent="-284163">
              <a:buClrTx/>
              <a:buFont typeface="GT America" charset="0"/>
              <a:buChar char="→"/>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2</a:t>
            </a:r>
          </a:p>
        </p:txBody>
      </p:sp>
      <p:sp>
        <p:nvSpPr>
          <p:cNvPr id="15" name="Text Placeholder 19">
            <a:extLst>
              <a:ext uri="{FF2B5EF4-FFF2-40B4-BE49-F238E27FC236}">
                <a16:creationId xmlns:a16="http://schemas.microsoft.com/office/drawing/2014/main" id="{C7A7ABC1-D1E0-552E-EE6B-7B417C789504}"/>
              </a:ext>
            </a:extLst>
          </p:cNvPr>
          <p:cNvSpPr>
            <a:spLocks noGrp="1"/>
          </p:cNvSpPr>
          <p:nvPr>
            <p:ph type="body" sz="quarter" idx="102" hasCustomPrompt="1"/>
          </p:nvPr>
        </p:nvSpPr>
        <p:spPr>
          <a:xfrm>
            <a:off x="559816" y="2857474"/>
            <a:ext cx="2615184" cy="286028"/>
          </a:xfrm>
        </p:spPr>
        <p:txBody>
          <a:bodyPr>
            <a:normAutofit/>
          </a:bodyPr>
          <a:lstStyle>
            <a:lvl1pPr>
              <a:defRPr sz="1000"/>
            </a:lvl1pPr>
            <a:lvl2pPr marL="284163" indent="-284163">
              <a:defRPr sz="1000"/>
            </a:lvl2pPr>
            <a:lvl3pPr marL="0" indent="0">
              <a:buClrTx/>
              <a:buFont typeface="GT America" charset="0"/>
              <a:buNone/>
              <a:defRPr sz="1000"/>
            </a:lvl3pPr>
            <a:lvl4pPr marL="284163" indent="-284163">
              <a:buClrTx/>
              <a:buFont typeface="GT America" charset="0"/>
              <a:buChar char="→"/>
              <a:defRPr sz="1000"/>
            </a:lvl4pPr>
            <a:lvl5pPr marL="284163" indent="-284163">
              <a:buClrTx/>
              <a:buFont typeface="GT America" charset="0"/>
              <a:buChar char="→"/>
              <a:defRPr sz="1000"/>
            </a:lvl5pPr>
            <a:lvl6pPr marL="284163" indent="-284163">
              <a:buClrTx/>
              <a:buFont typeface="GT America" charset="0"/>
              <a:buChar char="→"/>
              <a:defRPr sz="1000"/>
            </a:lvl6pPr>
            <a:lvl7pPr marL="284163" indent="-284163">
              <a:buClrTx/>
              <a:buFont typeface="GT America" charset="0"/>
              <a:buChar char="→"/>
              <a:defRPr sz="1000"/>
            </a:lvl7pPr>
            <a:lvl8pPr marL="284163" indent="-284163">
              <a:buClrTx/>
              <a:buFont typeface="GT America" charset="0"/>
              <a:buChar char="→"/>
              <a:defRPr sz="1000"/>
            </a:lvl8pPr>
            <a:lvl9pPr marL="284163" indent="-284163">
              <a:buClrTx/>
              <a:buFont typeface="GT America" charset="0"/>
              <a:buChar char="→"/>
              <a:defRPr sz="1000"/>
            </a:lvl9pPr>
          </a:lstStyle>
          <a:p>
            <a:pPr lvl="0"/>
            <a:r>
              <a:rPr lang="en-US"/>
              <a:t>Multiple presenter 3</a:t>
            </a:r>
          </a:p>
        </p:txBody>
      </p:sp>
    </p:spTree>
    <p:extLst>
      <p:ext uri="{BB962C8B-B14F-4D97-AF65-F5344CB8AC3E}">
        <p14:creationId xmlns:p14="http://schemas.microsoft.com/office/powerpoint/2010/main" val="244792121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127C53-C848-5C29-009F-006AB168562E}"/>
              </a:ext>
            </a:extLst>
          </p:cNvPr>
          <p:cNvSpPr/>
          <p:nvPr/>
        </p:nvSpPr>
        <p:spPr bwMode="hidden">
          <a:xfrm>
            <a:off x="0" y="0"/>
            <a:ext cx="60960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and black background&#10;&#10;Description automatically generated">
            <a:extLst>
              <a:ext uri="{FF2B5EF4-FFF2-40B4-BE49-F238E27FC236}">
                <a16:creationId xmlns:a16="http://schemas.microsoft.com/office/drawing/2014/main" id="{CFF49F27-390A-B9BC-E6E4-8A08407B6C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6095999" cy="684530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a:xfrm>
            <a:off x="6210302" y="6311900"/>
            <a:ext cx="4008435" cy="269875"/>
          </a:xfrm>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6" name="Freeform 5">
            <a:extLst>
              <a:ext uri="{FF2B5EF4-FFF2-40B4-BE49-F238E27FC236}">
                <a16:creationId xmlns:a16="http://schemas.microsoft.com/office/drawing/2014/main" id="{5BCC6303-B8A8-E0F3-1B26-45B29EE4DC62}"/>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
        <p:nvSpPr>
          <p:cNvPr id="14" name="Table Placeholder 13">
            <a:extLst>
              <a:ext uri="{FF2B5EF4-FFF2-40B4-BE49-F238E27FC236}">
                <a16:creationId xmlns:a16="http://schemas.microsoft.com/office/drawing/2014/main" id="{5002590A-F907-AAD8-7A39-3B1BC429EBA8}"/>
              </a:ext>
            </a:extLst>
          </p:cNvPr>
          <p:cNvSpPr>
            <a:spLocks noGrp="1"/>
          </p:cNvSpPr>
          <p:nvPr>
            <p:ph type="tbl" sz="quarter" idx="13"/>
          </p:nvPr>
        </p:nvSpPr>
        <p:spPr>
          <a:xfrm>
            <a:off x="6194426" y="552450"/>
            <a:ext cx="5443536" cy="5467349"/>
          </a:xfrm>
        </p:spPr>
        <p:txBody>
          <a:bodyPr/>
          <a:lstStyle/>
          <a:p>
            <a:r>
              <a:rPr lang="en-US"/>
              <a:t>Click icon to add table</a:t>
            </a:r>
          </a:p>
        </p:txBody>
      </p:sp>
      <p:sp>
        <p:nvSpPr>
          <p:cNvPr id="8" name="Title 7">
            <a:extLst>
              <a:ext uri="{FF2B5EF4-FFF2-40B4-BE49-F238E27FC236}">
                <a16:creationId xmlns:a16="http://schemas.microsoft.com/office/drawing/2014/main" id="{F732482F-65F2-3E7E-D15F-93B580EFB897}"/>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Tree>
    <p:extLst>
      <p:ext uri="{BB962C8B-B14F-4D97-AF65-F5344CB8AC3E}">
        <p14:creationId xmlns:p14="http://schemas.microsoft.com/office/powerpoint/2010/main" val="1903961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Table Placeholder 13">
            <a:extLst>
              <a:ext uri="{FF2B5EF4-FFF2-40B4-BE49-F238E27FC236}">
                <a16:creationId xmlns:a16="http://schemas.microsoft.com/office/drawing/2014/main" id="{A0797360-089A-16D7-DE4B-F780195CD85D}"/>
              </a:ext>
            </a:extLst>
          </p:cNvPr>
          <p:cNvSpPr>
            <a:spLocks noGrp="1"/>
          </p:cNvSpPr>
          <p:nvPr>
            <p:ph type="tbl" sz="quarter" idx="13"/>
          </p:nvPr>
        </p:nvSpPr>
        <p:spPr>
          <a:xfrm>
            <a:off x="4781550" y="552450"/>
            <a:ext cx="6856412" cy="5467349"/>
          </a:xfrm>
        </p:spPr>
        <p:txBody>
          <a:bodyPr/>
          <a:lstStyle/>
          <a:p>
            <a:r>
              <a:rPr lang="en-US"/>
              <a:t>Click icon to add table</a:t>
            </a:r>
          </a:p>
        </p:txBody>
      </p:sp>
      <p:sp>
        <p:nvSpPr>
          <p:cNvPr id="7" name="Title 7">
            <a:extLst>
              <a:ext uri="{FF2B5EF4-FFF2-40B4-BE49-F238E27FC236}">
                <a16:creationId xmlns:a16="http://schemas.microsoft.com/office/drawing/2014/main" id="{E8842A9F-5DAC-1A89-ECDC-18AF7833EC93}"/>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6" name="Freeform 5">
            <a:extLst>
              <a:ext uri="{FF2B5EF4-FFF2-40B4-BE49-F238E27FC236}">
                <a16:creationId xmlns:a16="http://schemas.microsoft.com/office/drawing/2014/main" id="{FBCFFD49-0E38-27F1-9148-4BA3956AB0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94587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33748-ED34-E7AE-787B-D4DA9BB7C4F8}"/>
              </a:ext>
            </a:extLst>
          </p:cNvPr>
          <p:cNvSpPr/>
          <p:nvPr/>
        </p:nvSpPr>
        <p:spPr bwMode="hidden">
          <a:xfrm>
            <a:off x="0" y="0"/>
            <a:ext cx="4051300"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blue lines on a black background&#10;&#10;Description automatically generated">
            <a:extLst>
              <a:ext uri="{FF2B5EF4-FFF2-40B4-BE49-F238E27FC236}">
                <a16:creationId xmlns:a16="http://schemas.microsoft.com/office/drawing/2014/main" id="{A1C86A7D-867C-38DB-B865-B67E5D7B6F9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0"/>
            <a:ext cx="4051300" cy="6851650"/>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itle 7">
            <a:extLst>
              <a:ext uri="{FF2B5EF4-FFF2-40B4-BE49-F238E27FC236}">
                <a16:creationId xmlns:a16="http://schemas.microsoft.com/office/drawing/2014/main" id="{206CF7A0-1025-798C-4F78-6E1CEC419EB2}"/>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1" name="Content Placeholder 14">
            <a:extLst>
              <a:ext uri="{FF2B5EF4-FFF2-40B4-BE49-F238E27FC236}">
                <a16:creationId xmlns:a16="http://schemas.microsoft.com/office/drawing/2014/main" id="{79C31469-D237-4EA8-F1C3-B47BCC277981}"/>
              </a:ext>
            </a:extLst>
          </p:cNvPr>
          <p:cNvSpPr>
            <a:spLocks noGrp="1"/>
          </p:cNvSpPr>
          <p:nvPr>
            <p:ph sz="quarter" idx="18"/>
          </p:nvPr>
        </p:nvSpPr>
        <p:spPr>
          <a:xfrm>
            <a:off x="4781551" y="1125147"/>
            <a:ext cx="3434663"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4">
            <a:extLst>
              <a:ext uri="{FF2B5EF4-FFF2-40B4-BE49-F238E27FC236}">
                <a16:creationId xmlns:a16="http://schemas.microsoft.com/office/drawing/2014/main" id="{E38CD9FA-DA45-C534-5220-93740ACA0EFE}"/>
              </a:ext>
            </a:extLst>
          </p:cNvPr>
          <p:cNvSpPr>
            <a:spLocks noGrp="1"/>
          </p:cNvSpPr>
          <p:nvPr>
            <p:ph sz="quarter" idx="19"/>
          </p:nvPr>
        </p:nvSpPr>
        <p:spPr>
          <a:xfrm>
            <a:off x="8423565" y="1125147"/>
            <a:ext cx="3214397"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AFD5427C-4E5B-6000-5CD3-86A62148516C}"/>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43803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2023265"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lines on a black background&#10;&#10;Description automatically generated">
            <a:extLst>
              <a:ext uri="{FF2B5EF4-FFF2-40B4-BE49-F238E27FC236}">
                <a16:creationId xmlns:a16="http://schemas.microsoft.com/office/drawing/2014/main" id="{43506656-89E5-4D3B-4C51-0386CED5F1B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0" y="-3175"/>
            <a:ext cx="2023265" cy="6861175"/>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8" name="Title 7">
            <a:extLst>
              <a:ext uri="{FF2B5EF4-FFF2-40B4-BE49-F238E27FC236}">
                <a16:creationId xmlns:a16="http://schemas.microsoft.com/office/drawing/2014/main" id="{FA4C2D89-5A83-CD6F-2299-7919A799DEE8}"/>
              </a:ext>
            </a:extLst>
          </p:cNvPr>
          <p:cNvSpPr>
            <a:spLocks noGrp="1"/>
          </p:cNvSpPr>
          <p:nvPr>
            <p:ph type="title" hasCustomPrompt="1"/>
          </p:nvPr>
        </p:nvSpPr>
        <p:spPr>
          <a:xfrm rot="16200000">
            <a:off x="-1539398" y="2088041"/>
            <a:ext cx="5037774" cy="1958972"/>
          </a:xfrm>
        </p:spPr>
        <p:txBody>
          <a:bodyPr anchor="ctr"/>
          <a:lstStyle>
            <a:lvl1pPr algn="r">
              <a:lnSpc>
                <a:spcPct val="100000"/>
              </a:lnSpc>
              <a:defRPr sz="8800" b="1">
                <a:solidFill>
                  <a:schemeClr val="bg1"/>
                </a:solidFill>
              </a:defRPr>
            </a:lvl1pPr>
          </a:lstStyle>
          <a:p>
            <a:r>
              <a:rPr lang="en-US"/>
              <a:t>Edit title</a:t>
            </a:r>
          </a:p>
        </p:txBody>
      </p:sp>
      <p:sp>
        <p:nvSpPr>
          <p:cNvPr id="14" name="Content Placeholder 14">
            <a:extLst>
              <a:ext uri="{FF2B5EF4-FFF2-40B4-BE49-F238E27FC236}">
                <a16:creationId xmlns:a16="http://schemas.microsoft.com/office/drawing/2014/main" id="{7F7D1AB4-84B1-ADE1-C7F9-49B0C5FF2260}"/>
              </a:ext>
            </a:extLst>
          </p:cNvPr>
          <p:cNvSpPr>
            <a:spLocks noGrp="1"/>
          </p:cNvSpPr>
          <p:nvPr>
            <p:ph sz="quarter" idx="18"/>
          </p:nvPr>
        </p:nvSpPr>
        <p:spPr>
          <a:xfrm>
            <a:off x="33670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4">
            <a:extLst>
              <a:ext uri="{FF2B5EF4-FFF2-40B4-BE49-F238E27FC236}">
                <a16:creationId xmlns:a16="http://schemas.microsoft.com/office/drawing/2014/main" id="{6D78DEDE-E51D-2DA8-81C0-6DE1149263B8}"/>
              </a:ext>
            </a:extLst>
          </p:cNvPr>
          <p:cNvSpPr>
            <a:spLocks noGrp="1"/>
          </p:cNvSpPr>
          <p:nvPr>
            <p:ph sz="quarter" idx="19"/>
          </p:nvPr>
        </p:nvSpPr>
        <p:spPr>
          <a:xfrm>
            <a:off x="6199189"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4">
            <a:extLst>
              <a:ext uri="{FF2B5EF4-FFF2-40B4-BE49-F238E27FC236}">
                <a16:creationId xmlns:a16="http://schemas.microsoft.com/office/drawing/2014/main" id="{D7068E9D-638D-F265-198A-5531D05A58CD}"/>
              </a:ext>
            </a:extLst>
          </p:cNvPr>
          <p:cNvSpPr>
            <a:spLocks noGrp="1"/>
          </p:cNvSpPr>
          <p:nvPr>
            <p:ph sz="quarter" idx="20"/>
          </p:nvPr>
        </p:nvSpPr>
        <p:spPr>
          <a:xfrm>
            <a:off x="9023350" y="1125147"/>
            <a:ext cx="2614612" cy="5040315"/>
          </a:xfrm>
        </p:spPr>
        <p:txBody>
          <a:bodyPr>
            <a:noAutofit/>
          </a:bodyPr>
          <a:lstStyle>
            <a:lvl1pPr>
              <a:defRPr sz="1400" b="1">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4BA903E0-6CAC-CD5B-11F8-069CA9884EB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98088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1 - Short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29962110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 Long title">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EA9B73-F154-CEDE-C3F9-3BA38B6541A9}"/>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341599536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3 - Short title">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337103-59B6-6AE9-80A5-90CFAC0400CE}"/>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222956577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2 - Long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6C1EA9-D1CD-4494-05CB-C8B04EE4273A}"/>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7" name="Title 17">
            <a:extLst>
              <a:ext uri="{FF2B5EF4-FFF2-40B4-BE49-F238E27FC236}">
                <a16:creationId xmlns:a16="http://schemas.microsoft.com/office/drawing/2014/main" id="{0E02A696-5AEC-8241-7182-A62C3777A058}"/>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236960619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hoto - Short title">
    <p:bg>
      <p:bgPr>
        <a:solidFill>
          <a:schemeClr val="tx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C514BA5-6487-0CDD-2D28-66E701C8A937}"/>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98D5B202-316D-9EDE-D8FC-C6D094C650D6}"/>
              </a:ext>
            </a:extLst>
          </p:cNvPr>
          <p:cNvSpPr>
            <a:spLocks noGrp="1"/>
          </p:cNvSpPr>
          <p:nvPr>
            <p:ph type="title" hasCustomPrompt="1"/>
          </p:nvPr>
        </p:nvSpPr>
        <p:spPr>
          <a:xfrm>
            <a:off x="546100" y="3295650"/>
            <a:ext cx="8267700" cy="1997075"/>
          </a:xfrm>
          <a:prstGeom prst="rect">
            <a:avLst/>
          </a:prstGeom>
        </p:spPr>
        <p:txBody>
          <a:bodyPr anchor="b"/>
          <a:lstStyle>
            <a:lvl1pPr marL="514350" indent="-514350" algn="l">
              <a:lnSpc>
                <a:spcPct val="100000"/>
              </a:lnSpc>
              <a:tabLst/>
              <a:defRPr sz="4800" b="1">
                <a:solidFill>
                  <a:schemeClr val="tx1"/>
                </a:solidFill>
              </a:defRPr>
            </a:lvl1pPr>
          </a:lstStyle>
          <a:p>
            <a:r>
              <a:rPr lang="en-US"/>
              <a:t>Use this divider only</a:t>
            </a:r>
            <a:br>
              <a:rPr lang="en-US"/>
            </a:br>
            <a:r>
              <a:rPr lang="en-US"/>
              <a:t>if your headline is short</a:t>
            </a:r>
          </a:p>
        </p:txBody>
      </p:sp>
    </p:spTree>
    <p:extLst>
      <p:ext uri="{BB962C8B-B14F-4D97-AF65-F5344CB8AC3E}">
        <p14:creationId xmlns:p14="http://schemas.microsoft.com/office/powerpoint/2010/main" val="3118938934"/>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hoto - Long title">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C1E244-876B-1F11-FE16-79C6C8406455}"/>
              </a:ext>
            </a:extLst>
          </p:cNvPr>
          <p:cNvSpPr>
            <a:spLocks noGrp="1"/>
          </p:cNvSpPr>
          <p:nvPr>
            <p:ph type="pic" sz="quarter" idx="14"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tIns="2103120">
            <a:noAutofit/>
          </a:bodyPr>
          <a:lstStyle>
            <a:lvl1pPr algn="ctr">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4676" cy="269875"/>
          </a:xfrm>
        </p:spPr>
        <p:txBody>
          <a:bodyPr/>
          <a:lstStyle/>
          <a:p>
            <a:fld id="{862A5111-985B-C14D-9115-5787026182A8}" type="slidenum">
              <a:rPr lang="en-US" smtClean="0"/>
              <a:t>‹#›</a:t>
            </a:fld>
            <a:endParaRPr lang="en-US"/>
          </a:p>
        </p:txBody>
      </p:sp>
      <p:sp>
        <p:nvSpPr>
          <p:cNvPr id="5" name="Title 17">
            <a:extLst>
              <a:ext uri="{FF2B5EF4-FFF2-40B4-BE49-F238E27FC236}">
                <a16:creationId xmlns:a16="http://schemas.microsoft.com/office/drawing/2014/main" id="{9FB85A57-AF49-344B-37C6-7EFC489A80CC}"/>
              </a:ext>
            </a:extLst>
          </p:cNvPr>
          <p:cNvSpPr>
            <a:spLocks noGrp="1"/>
          </p:cNvSpPr>
          <p:nvPr>
            <p:ph type="title" hasCustomPrompt="1"/>
          </p:nvPr>
        </p:nvSpPr>
        <p:spPr>
          <a:xfrm>
            <a:off x="546100" y="2425700"/>
            <a:ext cx="8267700" cy="2860221"/>
          </a:xfrm>
          <a:prstGeom prst="rect">
            <a:avLst/>
          </a:prstGeom>
        </p:spPr>
        <p:txBody>
          <a:bodyPr anchor="b"/>
          <a:lstStyle>
            <a:lvl1pPr marL="0" indent="0" algn="l">
              <a:lnSpc>
                <a:spcPct val="100000"/>
              </a:lnSpc>
              <a:tabLst/>
              <a:defRPr sz="4800" b="1">
                <a:solidFill>
                  <a:schemeClr val="tx1"/>
                </a:solidFill>
              </a:defRPr>
            </a:lvl1pPr>
          </a:lstStyle>
          <a:p>
            <a:r>
              <a:rPr lang="en-US"/>
              <a:t>Use this divider if your headline is long, or is equal to or greater than a total of three lines</a:t>
            </a:r>
          </a:p>
        </p:txBody>
      </p:sp>
    </p:spTree>
    <p:extLst>
      <p:ext uri="{BB962C8B-B14F-4D97-AF65-F5344CB8AC3E}">
        <p14:creationId xmlns:p14="http://schemas.microsoft.com/office/powerpoint/2010/main" val="715370586"/>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1 - General">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B7ED4C-416B-722A-BF88-042E3CA9DC4D}"/>
              </a:ext>
            </a:extLst>
          </p:cNvPr>
          <p:cNvPicPr>
            <a:picLocks noChangeAspect="1"/>
          </p:cNvPicPr>
          <p:nvPr userDrawn="1"/>
        </p:nvPicPr>
        <p:blipFill>
          <a:blip r:embed="rId2"/>
          <a:srcRect/>
          <a:stretch/>
        </p:blipFill>
        <p:spPr bwMode="hidden">
          <a:xfrm>
            <a:off x="6350" y="3570"/>
            <a:ext cx="12179302" cy="6850857"/>
          </a:xfrm>
          <a:prstGeom prst="rect">
            <a:avLst/>
          </a:prstGeom>
        </p:spPr>
      </p:pic>
      <p:sp>
        <p:nvSpPr>
          <p:cNvPr id="20" name="Freeform 19">
            <a:extLst>
              <a:ext uri="{FF2B5EF4-FFF2-40B4-BE49-F238E27FC236}">
                <a16:creationId xmlns:a16="http://schemas.microsoft.com/office/drawing/2014/main" id="{6732315D-1057-6521-C359-22C1DAF4964C}"/>
              </a:ext>
            </a:extLst>
          </p:cNvPr>
          <p:cNvSpPr/>
          <p:nvPr/>
        </p:nvSpPr>
        <p:spPr bwMode="black">
          <a:xfrm>
            <a:off x="546100" y="552450"/>
            <a:ext cx="830637" cy="570456"/>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tx1"/>
          </a:solidFill>
          <a:ln w="0" cap="flat">
            <a:noFill/>
            <a:prstDash val="solid"/>
            <a:miter/>
          </a:ln>
        </p:spPr>
        <p:txBody>
          <a:bodyPr rtlCol="0" anchor="ctr"/>
          <a:lstStyle/>
          <a:p>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2" name="Text Placeholder 7">
            <a:extLst>
              <a:ext uri="{FF2B5EF4-FFF2-40B4-BE49-F238E27FC236}">
                <a16:creationId xmlns:a16="http://schemas.microsoft.com/office/drawing/2014/main" id="{1AB67421-8B53-10B8-8989-A3493E1A8470}"/>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67444515"/>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 Photo">
    <p:bg>
      <p:bgPr>
        <a:solidFill>
          <a:schemeClr val="tx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3F68FBE-251E-31B8-904E-1E16C461B772}"/>
              </a:ext>
            </a:extLst>
          </p:cNvPr>
          <p:cNvSpPr>
            <a:spLocks noGrp="1"/>
          </p:cNvSpPr>
          <p:nvPr>
            <p:ph type="pic" sz="quarter" idx="15" hasCustomPrompt="1"/>
          </p:nvPr>
        </p:nvSpPr>
        <p:spPr>
          <a:xfrm>
            <a:off x="0" y="0"/>
            <a:ext cx="12192000" cy="6858000"/>
          </a:xfrm>
          <a:custGeom>
            <a:avLst/>
            <a:gdLst>
              <a:gd name="connsiteX0" fmla="*/ 1221554 w 12192000"/>
              <a:gd name="connsiteY0" fmla="*/ 552450 h 6858000"/>
              <a:gd name="connsiteX1" fmla="*/ 1221554 w 12192000"/>
              <a:gd name="connsiteY1" fmla="*/ 707287 h 6858000"/>
              <a:gd name="connsiteX2" fmla="*/ 1287710 w 12192000"/>
              <a:gd name="connsiteY2" fmla="*/ 707287 h 6858000"/>
              <a:gd name="connsiteX3" fmla="*/ 1243606 w 12192000"/>
              <a:gd name="connsiteY3" fmla="*/ 828714 h 6858000"/>
              <a:gd name="connsiteX4" fmla="*/ 1277094 w 12192000"/>
              <a:gd name="connsiteY4" fmla="*/ 828714 h 6858000"/>
              <a:gd name="connsiteX5" fmla="*/ 1376737 w 12192000"/>
              <a:gd name="connsiteY5" fmla="*/ 695063 h 6858000"/>
              <a:gd name="connsiteX6" fmla="*/ 1376737 w 12192000"/>
              <a:gd name="connsiteY6" fmla="*/ 552450 h 6858000"/>
              <a:gd name="connsiteX7" fmla="*/ 546100 w 12192000"/>
              <a:gd name="connsiteY7" fmla="*/ 552450 h 6858000"/>
              <a:gd name="connsiteX8" fmla="*/ 546100 w 12192000"/>
              <a:gd name="connsiteY8" fmla="*/ 1122906 h 6858000"/>
              <a:gd name="connsiteX9" fmla="*/ 689033 w 12192000"/>
              <a:gd name="connsiteY9" fmla="*/ 1122906 h 6858000"/>
              <a:gd name="connsiteX10" fmla="*/ 689033 w 12192000"/>
              <a:gd name="connsiteY10" fmla="*/ 752925 h 6858000"/>
              <a:gd name="connsiteX11" fmla="*/ 709451 w 12192000"/>
              <a:gd name="connsiteY11" fmla="*/ 837678 h 6858000"/>
              <a:gd name="connsiteX12" fmla="*/ 785410 w 12192000"/>
              <a:gd name="connsiteY12" fmla="*/ 1122906 h 6858000"/>
              <a:gd name="connsiteX13" fmla="*/ 935693 w 12192000"/>
              <a:gd name="connsiteY13" fmla="*/ 1122906 h 6858000"/>
              <a:gd name="connsiteX14" fmla="*/ 1011652 w 12192000"/>
              <a:gd name="connsiteY14" fmla="*/ 837678 h 6858000"/>
              <a:gd name="connsiteX15" fmla="*/ 1032070 w 12192000"/>
              <a:gd name="connsiteY15" fmla="*/ 752925 h 6858000"/>
              <a:gd name="connsiteX16" fmla="*/ 1032070 w 12192000"/>
              <a:gd name="connsiteY16" fmla="*/ 1122906 h 6858000"/>
              <a:gd name="connsiteX17" fmla="*/ 1178270 w 12192000"/>
              <a:gd name="connsiteY17" fmla="*/ 1122906 h 6858000"/>
              <a:gd name="connsiteX18" fmla="*/ 1178270 w 12192000"/>
              <a:gd name="connsiteY18" fmla="*/ 552450 h 6858000"/>
              <a:gd name="connsiteX19" fmla="*/ 950395 w 12192000"/>
              <a:gd name="connsiteY19" fmla="*/ 552450 h 6858000"/>
              <a:gd name="connsiteX20" fmla="*/ 879337 w 12192000"/>
              <a:gd name="connsiteY20" fmla="*/ 845827 h 6858000"/>
              <a:gd name="connsiteX21" fmla="*/ 862185 w 12192000"/>
              <a:gd name="connsiteY21" fmla="*/ 927321 h 6858000"/>
              <a:gd name="connsiteX22" fmla="*/ 845033 w 12192000"/>
              <a:gd name="connsiteY22" fmla="*/ 845827 h 6858000"/>
              <a:gd name="connsiteX23" fmla="*/ 773976 w 12192000"/>
              <a:gd name="connsiteY23" fmla="*/ 552450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221554" y="552450"/>
                </a:moveTo>
                <a:lnTo>
                  <a:pt x="1221554" y="707287"/>
                </a:lnTo>
                <a:lnTo>
                  <a:pt x="1287710" y="707287"/>
                </a:lnTo>
                <a:lnTo>
                  <a:pt x="1243606" y="828714"/>
                </a:lnTo>
                <a:lnTo>
                  <a:pt x="1277094" y="828714"/>
                </a:lnTo>
                <a:lnTo>
                  <a:pt x="1376737" y="695063"/>
                </a:lnTo>
                <a:lnTo>
                  <a:pt x="1376737" y="552450"/>
                </a:lnTo>
                <a:close/>
                <a:moveTo>
                  <a:pt x="546100" y="552450"/>
                </a:moveTo>
                <a:lnTo>
                  <a:pt x="546100" y="1122906"/>
                </a:lnTo>
                <a:lnTo>
                  <a:pt x="689033" y="1122906"/>
                </a:lnTo>
                <a:lnTo>
                  <a:pt x="689033" y="752925"/>
                </a:lnTo>
                <a:lnTo>
                  <a:pt x="709451" y="837678"/>
                </a:lnTo>
                <a:lnTo>
                  <a:pt x="785410" y="1122906"/>
                </a:lnTo>
                <a:lnTo>
                  <a:pt x="935693" y="1122906"/>
                </a:lnTo>
                <a:lnTo>
                  <a:pt x="1011652" y="837678"/>
                </a:lnTo>
                <a:lnTo>
                  <a:pt x="1032070" y="752925"/>
                </a:lnTo>
                <a:lnTo>
                  <a:pt x="1032070" y="1122906"/>
                </a:lnTo>
                <a:lnTo>
                  <a:pt x="1178270" y="1122906"/>
                </a:lnTo>
                <a:lnTo>
                  <a:pt x="1178270" y="552450"/>
                </a:lnTo>
                <a:lnTo>
                  <a:pt x="950395" y="552450"/>
                </a:lnTo>
                <a:lnTo>
                  <a:pt x="879337" y="845827"/>
                </a:lnTo>
                <a:lnTo>
                  <a:pt x="862185" y="927321"/>
                </a:lnTo>
                <a:lnTo>
                  <a:pt x="845033" y="845827"/>
                </a:lnTo>
                <a:lnTo>
                  <a:pt x="773976" y="552450"/>
                </a:lnTo>
                <a:close/>
                <a:moveTo>
                  <a:pt x="0" y="0"/>
                </a:moveTo>
                <a:lnTo>
                  <a:pt x="12192000" y="0"/>
                </a:lnTo>
                <a:lnTo>
                  <a:pt x="12192000" y="6858000"/>
                </a:lnTo>
                <a:lnTo>
                  <a:pt x="0" y="6858000"/>
                </a:lnTo>
                <a:close/>
              </a:path>
            </a:pathLst>
          </a:custGeom>
          <a:solidFill>
            <a:srgbClr val="A6A9AA"/>
          </a:solidFill>
        </p:spPr>
        <p:txBody>
          <a:bodyPr wrap="square" lIns="548640" tIns="0" anchor="ctr" anchorCtr="0">
            <a:noAutofit/>
          </a:bodyPr>
          <a:lstStyle>
            <a:lvl1pPr algn="l">
              <a:defRPr>
                <a:solidFill>
                  <a:schemeClr val="tx1"/>
                </a:solidFill>
              </a:defRPr>
            </a:lvl1pPr>
          </a:lstStyle>
          <a:p>
            <a:r>
              <a:rPr lang="en-US"/>
              <a:t>Click to add picture</a:t>
            </a:r>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7" name="Text Placeholder 7">
            <a:extLst>
              <a:ext uri="{FF2B5EF4-FFF2-40B4-BE49-F238E27FC236}">
                <a16:creationId xmlns:a16="http://schemas.microsoft.com/office/drawing/2014/main" id="{FF0E76BC-245F-8420-594E-37916313D315}"/>
              </a:ext>
            </a:extLst>
          </p:cNvPr>
          <p:cNvSpPr>
            <a:spLocks noGrp="1"/>
          </p:cNvSpPr>
          <p:nvPr>
            <p:ph type="body" sz="quarter" idx="16"/>
          </p:nvPr>
        </p:nvSpPr>
        <p:spPr>
          <a:xfrm>
            <a:off x="3367087" y="1415038"/>
            <a:ext cx="8270876" cy="4171375"/>
          </a:xfrm>
        </p:spPr>
        <p:txBody>
          <a:bodyPr anchor="b"/>
          <a:lstStyle>
            <a:lvl1pPr>
              <a:lnSpc>
                <a:spcPts val="4600"/>
              </a:lnSpc>
              <a:defRPr sz="4200" b="1">
                <a:solidFill>
                  <a:schemeClr val="tx1"/>
                </a:solidFill>
                <a:latin typeface="+mj-lt"/>
              </a:defRPr>
            </a:lvl1pPr>
            <a:lvl2pPr marL="0" indent="0">
              <a:spcAft>
                <a:spcPts val="0"/>
              </a:spcAft>
              <a:buNone/>
              <a:defRPr sz="2400">
                <a:solidFill>
                  <a:schemeClr val="tx1"/>
                </a:solidFill>
                <a:latin typeface="GT America Regular" panose="00000500000000000000" pitchFamily="50" charset="0"/>
              </a:defRPr>
            </a:lvl2pPr>
            <a:lvl3pPr marL="0" indent="0">
              <a:spcAft>
                <a:spcPts val="0"/>
              </a:spcAft>
              <a:buNone/>
              <a:defRPr sz="2400">
                <a:solidFill>
                  <a:schemeClr val="tx1"/>
                </a:solidFill>
              </a:defRPr>
            </a:lvl3pPr>
            <a:lvl4pPr marL="0" indent="0">
              <a:spcAft>
                <a:spcPts val="0"/>
              </a:spcAft>
              <a:buNone/>
              <a:defRPr sz="2400">
                <a:solidFill>
                  <a:schemeClr val="tx1"/>
                </a:solidFill>
              </a:defRPr>
            </a:lvl4pPr>
            <a:lvl5pPr marL="0" indent="0">
              <a:spcAft>
                <a:spcPts val="0"/>
              </a:spcAft>
              <a:buNone/>
              <a:defRPr sz="2400">
                <a:solidFill>
                  <a:schemeClr val="tx1"/>
                </a:solidFill>
              </a:defRPr>
            </a:lvl5pPr>
            <a:lvl6pPr marL="0" indent="0">
              <a:spcAft>
                <a:spcPts val="0"/>
              </a:spcAft>
              <a:buNone/>
              <a:defRPr sz="2400">
                <a:solidFill>
                  <a:schemeClr val="tx1"/>
                </a:solidFill>
              </a:defRPr>
            </a:lvl6pPr>
            <a:lvl7pPr marL="0" indent="0">
              <a:spcAft>
                <a:spcPts val="0"/>
              </a:spcAft>
              <a:buNone/>
              <a:defRPr sz="2400">
                <a:solidFill>
                  <a:schemeClr val="tx1"/>
                </a:solidFill>
              </a:defRPr>
            </a:lvl7pPr>
            <a:lvl8pPr marL="0" indent="0">
              <a:spcAft>
                <a:spcPts val="0"/>
              </a:spcAft>
              <a:buNone/>
              <a:defRPr sz="2400">
                <a:solidFill>
                  <a:schemeClr val="tx1"/>
                </a:solidFill>
              </a:defRPr>
            </a:lvl8pPr>
            <a:lvl9pPr marL="0" indent="0">
              <a:spcAft>
                <a:spcPts val="0"/>
              </a:spcAft>
              <a:buNone/>
              <a:defRPr sz="2400">
                <a:solidFill>
                  <a:schemeClr val="tx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11097139"/>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xecutive Summary/Key Takeaways 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black background&#10;&#10;Description automatically generated">
            <a:extLst>
              <a:ext uri="{FF2B5EF4-FFF2-40B4-BE49-F238E27FC236}">
                <a16:creationId xmlns:a16="http://schemas.microsoft.com/office/drawing/2014/main" id="{97914066-9D48-E454-16D9-2005965187F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 b="-8724"/>
          <a:stretch/>
        </p:blipFill>
        <p:spPr bwMode="hidden">
          <a:xfrm>
            <a:off x="0" y="1"/>
            <a:ext cx="4060556" cy="6861174"/>
          </a:xfrm>
          <a:prstGeom prst="rect">
            <a:avLst/>
          </a:prstGeom>
        </p:spPr>
      </p:pic>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DAB1020F-2330-5C4C-014E-9A0A4D6C7B4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A1DFA430-6288-90D6-63A5-55E9803EDA48}"/>
              </a:ext>
            </a:extLst>
          </p:cNvPr>
          <p:cNvSpPr>
            <a:spLocks noGrp="1"/>
          </p:cNvSpPr>
          <p:nvPr>
            <p:ph sz="quarter" idx="18"/>
          </p:nvPr>
        </p:nvSpPr>
        <p:spPr>
          <a:xfrm>
            <a:off x="4794909" y="550862"/>
            <a:ext cx="6843053" cy="5616576"/>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CF85734D-94AB-D049-B937-FAD0A0CCED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13" name="Text Placeholder 9">
            <a:extLst>
              <a:ext uri="{FF2B5EF4-FFF2-40B4-BE49-F238E27FC236}">
                <a16:creationId xmlns:a16="http://schemas.microsoft.com/office/drawing/2014/main" id="{6BA9FED7-DE0C-7F83-A85B-DFAB8731D442}"/>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Freeform 5">
            <a:extLst>
              <a:ext uri="{FF2B5EF4-FFF2-40B4-BE49-F238E27FC236}">
                <a16:creationId xmlns:a16="http://schemas.microsoft.com/office/drawing/2014/main" id="{057BA6D7-6093-DC9C-A17F-7182A1A6069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922389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xecutive Summary/Key Takeaways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F220F211-F00A-3592-8474-A66D511E950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8" name="Content Placeholder 14">
            <a:extLst>
              <a:ext uri="{FF2B5EF4-FFF2-40B4-BE49-F238E27FC236}">
                <a16:creationId xmlns:a16="http://schemas.microsoft.com/office/drawing/2014/main" id="{F09DC10E-18F7-F606-AA7D-1F193D692076}"/>
              </a:ext>
            </a:extLst>
          </p:cNvPr>
          <p:cNvSpPr>
            <a:spLocks noGrp="1"/>
          </p:cNvSpPr>
          <p:nvPr>
            <p:ph sz="quarter" idx="18"/>
          </p:nvPr>
        </p:nvSpPr>
        <p:spPr>
          <a:xfrm>
            <a:off x="4794909" y="550862"/>
            <a:ext cx="6843053" cy="5616576"/>
          </a:xfrm>
        </p:spPr>
        <p:txBody>
          <a:bodyPr/>
          <a:lstStyle>
            <a:lvl1pPr>
              <a:defRPr sz="1800" b="1">
                <a:solidFill>
                  <a:schemeClr val="tx2"/>
                </a:solidFill>
              </a:defRPr>
            </a:lvl1pPr>
            <a:lvl5pPr>
              <a:defRPr/>
            </a:lvl5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5675E2C-12F0-6E54-DD61-08CD2AF33EB6}"/>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7" name="Title 6">
            <a:extLst>
              <a:ext uri="{FF2B5EF4-FFF2-40B4-BE49-F238E27FC236}">
                <a16:creationId xmlns:a16="http://schemas.microsoft.com/office/drawing/2014/main" id="{C229B0EB-DA23-CA0E-CBCD-C8E9F08B8E8F}"/>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2" name="Freeform 5">
            <a:extLst>
              <a:ext uri="{FF2B5EF4-FFF2-40B4-BE49-F238E27FC236}">
                <a16:creationId xmlns:a16="http://schemas.microsoft.com/office/drawing/2014/main" id="{234D3584-418D-3148-61FA-2D069CDDE2E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550588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xecutive Summary/Key Takeaways 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287913A0-E5F8-8CDA-9C09-B31372EAF985}"/>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0"/>
            <a:r>
              <a:rPr lang="en-US"/>
              <a:t>Click to add footnotes or disclaimer information</a:t>
            </a:r>
          </a:p>
        </p:txBody>
      </p:sp>
      <p:sp>
        <p:nvSpPr>
          <p:cNvPr id="2" name="Content Placeholder 30">
            <a:extLst>
              <a:ext uri="{FF2B5EF4-FFF2-40B4-BE49-F238E27FC236}">
                <a16:creationId xmlns:a16="http://schemas.microsoft.com/office/drawing/2014/main" id="{F0F02397-A9A7-9451-4B86-0093DE0C5DAC}"/>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tx1"/>
                </a:solidFill>
              </a:defRPr>
            </a:lvl2pPr>
            <a:lvl3pPr>
              <a:buClr>
                <a:schemeClr val="accent1"/>
              </a:buClr>
              <a:defRPr>
                <a:solidFill>
                  <a:schemeClr val="tx1"/>
                </a:solidFill>
              </a:defRPr>
            </a:lvl3pPr>
            <a:lvl4pPr marL="457200" indent="0">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1" name="Content Placeholder 33">
            <a:extLst>
              <a:ext uri="{FF2B5EF4-FFF2-40B4-BE49-F238E27FC236}">
                <a16:creationId xmlns:a16="http://schemas.microsoft.com/office/drawing/2014/main" id="{E08A6D02-5787-2EA8-5353-86CF167EE5C0}"/>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3" name="Content Placeholder 35">
            <a:extLst>
              <a:ext uri="{FF2B5EF4-FFF2-40B4-BE49-F238E27FC236}">
                <a16:creationId xmlns:a16="http://schemas.microsoft.com/office/drawing/2014/main" id="{F25358D4-61D4-B82A-AA95-040B8023E1BF}"/>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5" name="Content Placeholder 37">
            <a:extLst>
              <a:ext uri="{FF2B5EF4-FFF2-40B4-BE49-F238E27FC236}">
                <a16:creationId xmlns:a16="http://schemas.microsoft.com/office/drawing/2014/main" id="{28D07FDD-A130-72D7-5662-2F5893A2F61C}"/>
              </a:ext>
            </a:extLst>
          </p:cNvPr>
          <p:cNvSpPr>
            <a:spLocks noGrp="1"/>
          </p:cNvSpPr>
          <p:nvPr>
            <p:ph sz="quarter" idx="52" hasCustomPrompt="1"/>
          </p:nvPr>
        </p:nvSpPr>
        <p:spPr>
          <a:xfrm>
            <a:off x="4768285" y="3013075"/>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a:buClrTx/>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a:t>
            </a:r>
            <a:r>
              <a:rPr lang="en-US" err="1"/>
              <a:t>leve</a:t>
            </a:r>
            <a:endParaRPr lang="en-US"/>
          </a:p>
        </p:txBody>
      </p:sp>
      <p:sp>
        <p:nvSpPr>
          <p:cNvPr id="17" name="Content Placeholder 39">
            <a:extLst>
              <a:ext uri="{FF2B5EF4-FFF2-40B4-BE49-F238E27FC236}">
                <a16:creationId xmlns:a16="http://schemas.microsoft.com/office/drawing/2014/main" id="{A58291F8-7E75-1EB3-64FC-0B3465A92BFE}"/>
              </a:ext>
            </a:extLst>
          </p:cNvPr>
          <p:cNvSpPr>
            <a:spLocks noGrp="1"/>
          </p:cNvSpPr>
          <p:nvPr>
            <p:ph sz="quarter" idx="53" hasCustomPrompt="1"/>
          </p:nvPr>
        </p:nvSpPr>
        <p:spPr>
          <a:xfrm>
            <a:off x="7138252" y="3013074"/>
            <a:ext cx="2103120" cy="2057400"/>
          </a:xfrm>
        </p:spPr>
        <p:txBody>
          <a:bodyPr/>
          <a:lstStyle>
            <a:lvl1pPr>
              <a:buClr>
                <a:schemeClr val="accent1"/>
              </a:buCl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8" name="Content Placeholder 41">
            <a:extLst>
              <a:ext uri="{FF2B5EF4-FFF2-40B4-BE49-F238E27FC236}">
                <a16:creationId xmlns:a16="http://schemas.microsoft.com/office/drawing/2014/main" id="{2C124D70-1F9D-DF72-C740-7D33E7E919BB}"/>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tx1"/>
                </a:solidFill>
              </a:defRPr>
            </a:lvl2pPr>
            <a:lvl3pPr>
              <a:buClr>
                <a:schemeClr val="accent1"/>
              </a:buClr>
              <a:defRPr>
                <a:solidFill>
                  <a:schemeClr val="tx1"/>
                </a:solidFill>
              </a:defRPr>
            </a:lvl3pPr>
            <a:lvl4pPr marL="457200" indent="0">
              <a:buClrTx/>
              <a:buNone/>
              <a:defRPr>
                <a:solidFill>
                  <a:schemeClr val="tx1"/>
                </a:solidFill>
              </a:defRPr>
            </a:lvl4pPr>
            <a:lvl5pPr>
              <a:buClr>
                <a:schemeClr val="accent1"/>
              </a:buClr>
              <a:defRPr>
                <a:solidFill>
                  <a:schemeClr val="tx1"/>
                </a:solidFill>
              </a:defRPr>
            </a:lvl5pPr>
            <a:lvl6pPr>
              <a:buClrTx/>
              <a:defRPr>
                <a:solidFill>
                  <a:schemeClr val="tx1"/>
                </a:solidFill>
              </a:defRPr>
            </a:lvl6pPr>
            <a:lvl7pPr>
              <a:buClr>
                <a:schemeClr val="accent1"/>
              </a:buClr>
              <a:defRPr>
                <a:solidFill>
                  <a:schemeClr val="tx1"/>
                </a:solidFill>
              </a:defRPr>
            </a:lvl7pPr>
            <a:lvl8pPr>
              <a:buClrTx/>
              <a:defRPr>
                <a:solidFill>
                  <a:schemeClr val="tx1"/>
                </a:solidFill>
              </a:defRPr>
            </a:lvl8pPr>
            <a:lvl9pPr>
              <a:buClr>
                <a:schemeClr val="accent1"/>
              </a:buClr>
              <a:defRPr>
                <a:solidFill>
                  <a:schemeClr val="tx1"/>
                </a:solidFill>
              </a:defRPr>
            </a:lvl9pPr>
          </a:lstStyle>
          <a:p>
            <a:pPr lvl="0"/>
            <a:r>
              <a:rPr lang="en-US"/>
              <a:t>00</a:t>
            </a:r>
          </a:p>
          <a:p>
            <a:pPr lvl="1"/>
            <a:r>
              <a:rPr lang="en-US"/>
              <a:t>Second level</a:t>
            </a:r>
          </a:p>
          <a:p>
            <a:pPr lvl="2"/>
            <a:r>
              <a:rPr lang="en-US"/>
              <a:t>Third level</a:t>
            </a:r>
          </a:p>
        </p:txBody>
      </p:sp>
      <p:sp>
        <p:nvSpPr>
          <p:cNvPr id="14" name="Text Placeholder 9">
            <a:extLst>
              <a:ext uri="{FF2B5EF4-FFF2-40B4-BE49-F238E27FC236}">
                <a16:creationId xmlns:a16="http://schemas.microsoft.com/office/drawing/2014/main" id="{22272C70-ABBC-EEA2-285E-3BD345EFC0D5}"/>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8" name="Title 6">
            <a:extLst>
              <a:ext uri="{FF2B5EF4-FFF2-40B4-BE49-F238E27FC236}">
                <a16:creationId xmlns:a16="http://schemas.microsoft.com/office/drawing/2014/main" id="{E1D6F330-952D-2D88-799F-3D68035BEE16}"/>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1041BA5F-E785-E961-BA33-7F9F0D5BC7BA}"/>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30478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xecutive Summary/Key Takeaways 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52482AC7-FB54-E014-C3C0-45AEDF0A6AF6}"/>
              </a:ext>
            </a:extLst>
          </p:cNvPr>
          <p:cNvSpPr>
            <a:spLocks noGrp="1"/>
          </p:cNvSpPr>
          <p:nvPr>
            <p:ph type="body" sz="quarter" idx="13" hasCustomPrompt="1"/>
          </p:nvPr>
        </p:nvSpPr>
        <p:spPr>
          <a:xfrm>
            <a:off x="546102" y="5586413"/>
            <a:ext cx="3300984" cy="725487"/>
          </a:xfrm>
        </p:spPr>
        <p:txBody>
          <a:bodyPr rIns="274320" anchor="b">
            <a:normAutofit/>
          </a:bodyPr>
          <a:lstStyle>
            <a:lvl1pPr>
              <a:defRPr sz="600">
                <a:solidFill>
                  <a:schemeClr val="bg1"/>
                </a:solidFill>
              </a:defRPr>
            </a:lvl1pPr>
            <a:lvl2pPr marL="0" indent="0">
              <a:buNone/>
              <a:defRPr sz="600">
                <a:solidFill>
                  <a:schemeClr val="bg1"/>
                </a:solidFill>
              </a:defRPr>
            </a:lvl2pPr>
            <a:lvl3pPr marL="0" indent="0">
              <a:buNone/>
              <a:defRPr sz="600">
                <a:solidFill>
                  <a:schemeClr val="bg1"/>
                </a:solidFill>
              </a:defRPr>
            </a:lvl3pPr>
            <a:lvl4pPr marL="0" indent="0">
              <a:buNone/>
              <a:defRPr sz="600">
                <a:solidFill>
                  <a:schemeClr val="bg1"/>
                </a:solidFill>
              </a:defRPr>
            </a:lvl4pPr>
            <a:lvl5pPr marL="0" indent="0">
              <a:buNone/>
              <a:defRPr sz="600">
                <a:solidFill>
                  <a:schemeClr val="bg1"/>
                </a:solidFill>
              </a:defRPr>
            </a:lvl5pPr>
            <a:lvl6pPr marL="0" indent="0">
              <a:buNone/>
              <a:defRPr sz="600">
                <a:solidFill>
                  <a:schemeClr val="bg1"/>
                </a:solidFill>
              </a:defRPr>
            </a:lvl6pPr>
            <a:lvl7pPr marL="0" indent="0">
              <a:buNone/>
              <a:defRPr sz="600">
                <a:solidFill>
                  <a:schemeClr val="bg1"/>
                </a:solidFill>
              </a:defRPr>
            </a:lvl7pPr>
            <a:lvl8pPr marL="0" indent="0">
              <a:buNone/>
              <a:defRPr sz="600">
                <a:solidFill>
                  <a:schemeClr val="bg1"/>
                </a:solidFill>
              </a:defRPr>
            </a:lvl8pPr>
            <a:lvl9pPr marL="0" indent="0">
              <a:buNone/>
              <a:defRPr sz="600">
                <a:solidFill>
                  <a:schemeClr val="bg1"/>
                </a:solidFill>
              </a:defRPr>
            </a:lvl9pPr>
          </a:lstStyle>
          <a:p>
            <a:pPr lvl="5"/>
            <a:r>
              <a:rPr lang="en-US"/>
              <a:t>Click to add footnotes or disclaimer information</a:t>
            </a:r>
          </a:p>
        </p:txBody>
      </p:sp>
      <p:sp>
        <p:nvSpPr>
          <p:cNvPr id="8" name="Content Placeholder 14">
            <a:extLst>
              <a:ext uri="{FF2B5EF4-FFF2-40B4-BE49-F238E27FC236}">
                <a16:creationId xmlns:a16="http://schemas.microsoft.com/office/drawing/2014/main" id="{236722AC-0E89-9D63-9FAE-23FD3FEFCEE5}"/>
              </a:ext>
            </a:extLst>
          </p:cNvPr>
          <p:cNvSpPr>
            <a:spLocks noGrp="1"/>
          </p:cNvSpPr>
          <p:nvPr>
            <p:ph sz="quarter" idx="19"/>
          </p:nvPr>
        </p:nvSpPr>
        <p:spPr>
          <a:xfrm>
            <a:off x="4794909" y="2714625"/>
            <a:ext cx="6843053" cy="3452813"/>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4">
            <a:extLst>
              <a:ext uri="{FF2B5EF4-FFF2-40B4-BE49-F238E27FC236}">
                <a16:creationId xmlns:a16="http://schemas.microsoft.com/office/drawing/2014/main" id="{A30EF87B-5A48-3E5D-B7D1-5EC1FEC7DE51}"/>
              </a:ext>
            </a:extLst>
          </p:cNvPr>
          <p:cNvSpPr>
            <a:spLocks noGrp="1"/>
          </p:cNvSpPr>
          <p:nvPr>
            <p:ph sz="quarter" idx="20"/>
          </p:nvPr>
        </p:nvSpPr>
        <p:spPr>
          <a:xfrm>
            <a:off x="4060556" y="0"/>
            <a:ext cx="8131443" cy="2425700"/>
          </a:xfrm>
          <a:solidFill>
            <a:schemeClr val="accent1"/>
          </a:solidFill>
        </p:spPr>
        <p:txBody>
          <a:bodyPr lIns="731520" tIns="548640" rIns="548640"/>
          <a:lstStyle>
            <a:lvl1pPr>
              <a:defRPr sz="1800" b="1">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
                <a:srgbClr val="FEFEFE"/>
              </a:buClr>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89AAFAA9-5AFB-6E67-56FB-1590A25DCD7E}"/>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bg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2" name="Title 6">
            <a:extLst>
              <a:ext uri="{FF2B5EF4-FFF2-40B4-BE49-F238E27FC236}">
                <a16:creationId xmlns:a16="http://schemas.microsoft.com/office/drawing/2014/main" id="{72E40A24-F112-048E-2670-E270A9ABC67A}"/>
              </a:ext>
            </a:extLst>
          </p:cNvPr>
          <p:cNvSpPr>
            <a:spLocks noGrp="1"/>
          </p:cNvSpPr>
          <p:nvPr>
            <p:ph type="title"/>
          </p:nvPr>
        </p:nvSpPr>
        <p:spPr>
          <a:xfrm>
            <a:off x="546100" y="552450"/>
            <a:ext cx="3300984" cy="1426604"/>
          </a:xfrm>
        </p:spPr>
        <p:txBody>
          <a:bodyPr rIns="182880"/>
          <a:lstStyle>
            <a:lvl1pPr>
              <a:defRPr b="1">
                <a:solidFill>
                  <a:schemeClr val="bg1"/>
                </a:solidFill>
              </a:defRPr>
            </a:lvl1pPr>
          </a:lstStyle>
          <a:p>
            <a:r>
              <a:rPr lang="en-US"/>
              <a:t>Click to edit Master title style</a:t>
            </a:r>
          </a:p>
        </p:txBody>
      </p:sp>
      <p:sp>
        <p:nvSpPr>
          <p:cNvPr id="7" name="Freeform 5">
            <a:extLst>
              <a:ext uri="{FF2B5EF4-FFF2-40B4-BE49-F238E27FC236}">
                <a16:creationId xmlns:a16="http://schemas.microsoft.com/office/drawing/2014/main" id="{3497A463-08F1-3A4B-A706-B87CBDA2E0A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bg1"/>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95241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xecutive Summary/Key Takeaways 5">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E63420-A2BC-EC7A-3A8C-CA23AF97535A}"/>
              </a:ext>
            </a:extLst>
          </p:cNvPr>
          <p:cNvSpPr/>
          <p:nvPr userDrawn="1"/>
        </p:nvSpPr>
        <p:spPr bwMode="hidden">
          <a:xfrm>
            <a:off x="0" y="-1"/>
            <a:ext cx="4060556" cy="6861175"/>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t>‹#›</a:t>
            </a:fld>
            <a:endParaRPr lang="en-US"/>
          </a:p>
        </p:txBody>
      </p:sp>
      <p:sp>
        <p:nvSpPr>
          <p:cNvPr id="5" name="Text Placeholder 5">
            <a:extLst>
              <a:ext uri="{FF2B5EF4-FFF2-40B4-BE49-F238E27FC236}">
                <a16:creationId xmlns:a16="http://schemas.microsoft.com/office/drawing/2014/main" id="{0DBC71B0-EDFA-73E1-2685-8B96936EB6D6}"/>
              </a:ext>
            </a:extLst>
          </p:cNvPr>
          <p:cNvSpPr>
            <a:spLocks noGrp="1"/>
          </p:cNvSpPr>
          <p:nvPr>
            <p:ph type="body" sz="quarter" idx="13" hasCustomPrompt="1"/>
          </p:nvPr>
        </p:nvSpPr>
        <p:spPr>
          <a:xfrm>
            <a:off x="546101" y="5586413"/>
            <a:ext cx="3300984" cy="725487"/>
          </a:xfrm>
        </p:spPr>
        <p:txBody>
          <a:bodyPr rIns="274320" anchor="b">
            <a:normAutofit/>
          </a:bodyPr>
          <a:lstStyle>
            <a:lvl1pPr>
              <a:defRPr sz="600">
                <a:solidFill>
                  <a:srgbClr val="75787B"/>
                </a:solidFill>
              </a:defRPr>
            </a:lvl1pPr>
            <a:lvl2pPr marL="0" indent="0">
              <a:buNone/>
              <a:defRPr sz="600">
                <a:solidFill>
                  <a:srgbClr val="75787B"/>
                </a:solidFill>
              </a:defRPr>
            </a:lvl2pPr>
            <a:lvl3pPr marL="0" indent="0">
              <a:buNone/>
              <a:defRPr sz="600">
                <a:solidFill>
                  <a:srgbClr val="75787B"/>
                </a:solidFill>
              </a:defRPr>
            </a:lvl3pPr>
            <a:lvl4pPr marL="0" indent="0">
              <a:buNone/>
              <a:defRPr sz="600">
                <a:solidFill>
                  <a:srgbClr val="75787B"/>
                </a:solidFill>
              </a:defRPr>
            </a:lvl4pPr>
            <a:lvl5pPr marL="0" indent="0">
              <a:buNone/>
              <a:defRPr sz="600">
                <a:solidFill>
                  <a:srgbClr val="75787B"/>
                </a:solidFill>
              </a:defRPr>
            </a:lvl5pPr>
            <a:lvl6pPr marL="0" indent="0">
              <a:buNone/>
              <a:defRPr sz="600">
                <a:solidFill>
                  <a:srgbClr val="75787B"/>
                </a:solidFill>
              </a:defRPr>
            </a:lvl6pPr>
            <a:lvl7pPr marL="0" indent="0">
              <a:buNone/>
              <a:defRPr sz="600">
                <a:solidFill>
                  <a:srgbClr val="75787B"/>
                </a:solidFill>
              </a:defRPr>
            </a:lvl7pPr>
            <a:lvl8pPr marL="0" indent="0">
              <a:buNone/>
              <a:defRPr sz="600">
                <a:solidFill>
                  <a:srgbClr val="75787B"/>
                </a:solidFill>
              </a:defRPr>
            </a:lvl8pPr>
            <a:lvl9pPr marL="0" indent="0">
              <a:buNone/>
              <a:defRPr sz="600">
                <a:solidFill>
                  <a:srgbClr val="75787B"/>
                </a:solidFill>
              </a:defRPr>
            </a:lvl9pPr>
          </a:lstStyle>
          <a:p>
            <a:pPr lvl="8"/>
            <a:r>
              <a:rPr lang="en-US"/>
              <a:t>Click to add footnotes or disclaimer information</a:t>
            </a:r>
          </a:p>
        </p:txBody>
      </p:sp>
      <p:sp>
        <p:nvSpPr>
          <p:cNvPr id="7" name="Content Placeholder 14">
            <a:extLst>
              <a:ext uri="{FF2B5EF4-FFF2-40B4-BE49-F238E27FC236}">
                <a16:creationId xmlns:a16="http://schemas.microsoft.com/office/drawing/2014/main" id="{8BE58806-493A-43A7-588A-8383D4BFD9E2}"/>
              </a:ext>
            </a:extLst>
          </p:cNvPr>
          <p:cNvSpPr>
            <a:spLocks noGrp="1"/>
          </p:cNvSpPr>
          <p:nvPr>
            <p:ph sz="quarter" idx="18"/>
          </p:nvPr>
        </p:nvSpPr>
        <p:spPr>
          <a:xfrm>
            <a:off x="4781551" y="552450"/>
            <a:ext cx="6856412" cy="5614988"/>
          </a:xfrm>
        </p:spPr>
        <p:txBody>
          <a:bodyPr/>
          <a:lstStyle>
            <a:lvl1pPr>
              <a:defRPr sz="1800"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D5898180-820F-A08A-0685-75299A62D197}"/>
              </a:ext>
            </a:extLst>
          </p:cNvPr>
          <p:cNvSpPr>
            <a:spLocks noGrp="1"/>
          </p:cNvSpPr>
          <p:nvPr>
            <p:ph type="body" sz="quarter" idx="15"/>
          </p:nvPr>
        </p:nvSpPr>
        <p:spPr>
          <a:xfrm>
            <a:off x="546099" y="2425699"/>
            <a:ext cx="3300984" cy="2867025"/>
          </a:xfrm>
        </p:spPr>
        <p:txBody>
          <a:bodyPr>
            <a:noAutofit/>
          </a:bodyPr>
          <a:lstStyle>
            <a:lvl1pPr>
              <a:spcBef>
                <a:spcPts val="2400"/>
              </a:spcBef>
              <a:defRPr b="0" i="0">
                <a:solidFill>
                  <a:schemeClr val="tx1"/>
                </a:solidFill>
                <a:latin typeface="+mn-lt"/>
                <a:ea typeface="GT America Regular" charset="0"/>
                <a:cs typeface="GT America Regular" charset="0"/>
              </a:defRPr>
            </a:lvl1pPr>
            <a:lvl2pPr marL="285750" indent="-285750">
              <a:buFont typeface="GT America Regular" pitchFamily="2" charset="77"/>
              <a:buChar char="→"/>
              <a:defRPr>
                <a:solidFill>
                  <a:schemeClr val="bg1"/>
                </a:solidFill>
              </a:defRPr>
            </a:lvl2pPr>
            <a:lvl3pPr marL="0" indent="0">
              <a:buNone/>
              <a:defRPr>
                <a:solidFill>
                  <a:schemeClr val="bg1"/>
                </a:solidFill>
              </a:defRPr>
            </a:lvl3pPr>
            <a:lvl4pPr marL="283464">
              <a:defRPr>
                <a:solidFill>
                  <a:schemeClr val="bg1"/>
                </a:solidFill>
              </a:defRPr>
            </a:lvl4pPr>
            <a:lvl5pPr marL="283464" indent="0">
              <a:buNone/>
              <a:defRPr sz="1400">
                <a:solidFill>
                  <a:schemeClr val="bg1"/>
                </a:solidFill>
              </a:defRPr>
            </a:lvl5pPr>
            <a:lvl6pPr marL="283464">
              <a:defRPr>
                <a:solidFill>
                  <a:schemeClr val="bg1"/>
                </a:solidFill>
              </a:defRPr>
            </a:lvl6pPr>
            <a:lvl7pPr marL="283464" indent="0">
              <a:buNone/>
              <a:defRPr>
                <a:solidFill>
                  <a:schemeClr val="bg1"/>
                </a:solidFill>
              </a:defRPr>
            </a:lvl7pPr>
            <a:lvl8pPr marL="283464">
              <a:defRPr>
                <a:solidFill>
                  <a:schemeClr val="bg1"/>
                </a:solidFill>
              </a:defRPr>
            </a:lvl8pPr>
            <a:lvl9pPr marL="283464" indent="0">
              <a:buNone/>
              <a:defRPr>
                <a:solidFill>
                  <a:schemeClr val="bg1"/>
                </a:solidFill>
              </a:defRPr>
            </a:lvl9pPr>
          </a:lstStyle>
          <a:p>
            <a:pPr lvl="0"/>
            <a:r>
              <a:rPr lang="en-US"/>
              <a:t>Click to edit Master text styles</a:t>
            </a:r>
          </a:p>
        </p:txBody>
      </p:sp>
      <p:sp>
        <p:nvSpPr>
          <p:cNvPr id="10" name="Title 6">
            <a:extLst>
              <a:ext uri="{FF2B5EF4-FFF2-40B4-BE49-F238E27FC236}">
                <a16:creationId xmlns:a16="http://schemas.microsoft.com/office/drawing/2014/main" id="{446E99B7-41B6-EF2A-4043-E90AA9BC51BA}"/>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2" name="Freeform 5">
            <a:extLst>
              <a:ext uri="{FF2B5EF4-FFF2-40B4-BE49-F238E27FC236}">
                <a16:creationId xmlns:a16="http://schemas.microsoft.com/office/drawing/2014/main" id="{37A12BAC-7CE9-5878-7C76-A1E57C36C87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234850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1" name="Title 10">
            <a:extLst>
              <a:ext uri="{FF2B5EF4-FFF2-40B4-BE49-F238E27FC236}">
                <a16:creationId xmlns:a16="http://schemas.microsoft.com/office/drawing/2014/main" id="{DE7DA74E-D875-C25E-3313-FF110AB47A00}"/>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B8003664-EBF7-AE05-456F-9D95210B1FB2}"/>
              </a:ext>
            </a:extLst>
          </p:cNvPr>
          <p:cNvSpPr>
            <a:spLocks noGrp="1"/>
          </p:cNvSpPr>
          <p:nvPr>
            <p:ph type="body" sz="quarter" idx="18"/>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6" name="Content Placeholder 25">
            <a:extLst>
              <a:ext uri="{FF2B5EF4-FFF2-40B4-BE49-F238E27FC236}">
                <a16:creationId xmlns:a16="http://schemas.microsoft.com/office/drawing/2014/main" id="{8063A536-29D2-B27C-39FB-210C8061D1E6}"/>
              </a:ext>
            </a:extLst>
          </p:cNvPr>
          <p:cNvSpPr>
            <a:spLocks noGrp="1"/>
          </p:cNvSpPr>
          <p:nvPr>
            <p:ph sz="quarter" idx="22"/>
          </p:nvPr>
        </p:nvSpPr>
        <p:spPr>
          <a:xfrm>
            <a:off x="546100" y="2425700"/>
            <a:ext cx="9683750"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3">
            <a:extLst>
              <a:ext uri="{FF2B5EF4-FFF2-40B4-BE49-F238E27FC236}">
                <a16:creationId xmlns:a16="http://schemas.microsoft.com/office/drawing/2014/main" id="{58A03220-7283-8469-3E48-E6A54B72DE67}"/>
              </a:ext>
            </a:extLst>
          </p:cNvPr>
          <p:cNvSpPr>
            <a:spLocks noGrp="1"/>
          </p:cNvSpPr>
          <p:nvPr>
            <p:ph type="body" sz="quarter" idx="29"/>
          </p:nvPr>
        </p:nvSpPr>
        <p:spPr>
          <a:xfrm>
            <a:off x="546100" y="1849436"/>
            <a:ext cx="9683496"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AC44E031-9667-5445-F506-392861A50839}"/>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5" name="Freeform 5">
            <a:extLst>
              <a:ext uri="{FF2B5EF4-FFF2-40B4-BE49-F238E27FC236}">
                <a16:creationId xmlns:a16="http://schemas.microsoft.com/office/drawing/2014/main" id="{D599C468-2E5D-0E77-CA8C-A2470E504AE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156820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 Equal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8" name="Title 17">
            <a:extLst>
              <a:ext uri="{FF2B5EF4-FFF2-40B4-BE49-F238E27FC236}">
                <a16:creationId xmlns:a16="http://schemas.microsoft.com/office/drawing/2014/main" id="{EC9D0933-64E3-BFA1-9514-B7DF150292A4}"/>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5D9301CB-D124-C2F5-CEF2-1087073EEC8A}"/>
              </a:ext>
            </a:extLst>
          </p:cNvPr>
          <p:cNvSpPr>
            <a:spLocks noGrp="1"/>
          </p:cNvSpPr>
          <p:nvPr>
            <p:ph type="body" sz="quarter" idx="21"/>
          </p:nvPr>
        </p:nvSpPr>
        <p:spPr>
          <a:xfrm>
            <a:off x="546100" y="1127125"/>
            <a:ext cx="11097578"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0" name="Content Placeholder 29">
            <a:extLst>
              <a:ext uri="{FF2B5EF4-FFF2-40B4-BE49-F238E27FC236}">
                <a16:creationId xmlns:a16="http://schemas.microsoft.com/office/drawing/2014/main" id="{0BDF59AF-B2BA-5A83-3E07-990E126292C1}"/>
              </a:ext>
            </a:extLst>
          </p:cNvPr>
          <p:cNvSpPr>
            <a:spLocks noGrp="1"/>
          </p:cNvSpPr>
          <p:nvPr>
            <p:ph sz="quarter" idx="27"/>
          </p:nvPr>
        </p:nvSpPr>
        <p:spPr>
          <a:xfrm>
            <a:off x="546101" y="2425700"/>
            <a:ext cx="544512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6F691F75-1851-7040-01A9-AB8C9E4CA60B}"/>
              </a:ext>
            </a:extLst>
          </p:cNvPr>
          <p:cNvSpPr>
            <a:spLocks noGrp="1"/>
          </p:cNvSpPr>
          <p:nvPr>
            <p:ph sz="quarter" idx="28"/>
          </p:nvPr>
        </p:nvSpPr>
        <p:spPr>
          <a:xfrm>
            <a:off x="6194425" y="2425700"/>
            <a:ext cx="544353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3">
            <a:extLst>
              <a:ext uri="{FF2B5EF4-FFF2-40B4-BE49-F238E27FC236}">
                <a16:creationId xmlns:a16="http://schemas.microsoft.com/office/drawing/2014/main" id="{5FE0CD66-027F-AA7D-2F1F-385DF569B800}"/>
              </a:ext>
            </a:extLst>
          </p:cNvPr>
          <p:cNvSpPr>
            <a:spLocks noGrp="1"/>
          </p:cNvSpPr>
          <p:nvPr>
            <p:ph type="body" sz="quarter" idx="29"/>
          </p:nvPr>
        </p:nvSpPr>
        <p:spPr>
          <a:xfrm>
            <a:off x="546100" y="1849436"/>
            <a:ext cx="5445125" cy="296864"/>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3A72DFFD-6972-74A3-175B-07193979F2E8}"/>
              </a:ext>
            </a:extLst>
          </p:cNvPr>
          <p:cNvSpPr>
            <a:spLocks noGrp="1"/>
          </p:cNvSpPr>
          <p:nvPr>
            <p:ph type="body" sz="quarter" idx="30"/>
          </p:nvPr>
        </p:nvSpPr>
        <p:spPr>
          <a:xfrm>
            <a:off x="6194425" y="1849434"/>
            <a:ext cx="5443537" cy="29686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 name="Text Placeholder 15">
            <a:extLst>
              <a:ext uri="{FF2B5EF4-FFF2-40B4-BE49-F238E27FC236}">
                <a16:creationId xmlns:a16="http://schemas.microsoft.com/office/drawing/2014/main" id="{4CC30E8D-42E4-0384-765A-E32636D6AD9B}"/>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2" name="Freeform 5">
            <a:extLst>
              <a:ext uri="{FF2B5EF4-FFF2-40B4-BE49-F238E27FC236}">
                <a16:creationId xmlns:a16="http://schemas.microsoft.com/office/drawing/2014/main" id="{56FCD859-E8CD-1157-D9F9-9A6A6EAF94A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734512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Equal - Subhead/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9" name="Title 18">
            <a:extLst>
              <a:ext uri="{FF2B5EF4-FFF2-40B4-BE49-F238E27FC236}">
                <a16:creationId xmlns:a16="http://schemas.microsoft.com/office/drawing/2014/main" id="{4203C809-6284-F504-FD1D-2F733D8EF672}"/>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1">
            <a:extLst>
              <a:ext uri="{FF2B5EF4-FFF2-40B4-BE49-F238E27FC236}">
                <a16:creationId xmlns:a16="http://schemas.microsoft.com/office/drawing/2014/main" id="{9DBD8FF5-701A-95F4-260E-E54FC660C38F}"/>
              </a:ext>
            </a:extLst>
          </p:cNvPr>
          <p:cNvSpPr>
            <a:spLocks noGrp="1"/>
          </p:cNvSpPr>
          <p:nvPr>
            <p:ph type="body" sz="quarter" idx="41"/>
          </p:nvPr>
        </p:nvSpPr>
        <p:spPr>
          <a:xfrm>
            <a:off x="546100" y="1127124"/>
            <a:ext cx="11094211" cy="295276"/>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7" name="Content Placeholder 16">
            <a:extLst>
              <a:ext uri="{FF2B5EF4-FFF2-40B4-BE49-F238E27FC236}">
                <a16:creationId xmlns:a16="http://schemas.microsoft.com/office/drawing/2014/main" id="{EE99AD3F-BADC-0A62-5455-2F629230E03A}"/>
              </a:ext>
            </a:extLst>
          </p:cNvPr>
          <p:cNvSpPr>
            <a:spLocks noGrp="1"/>
          </p:cNvSpPr>
          <p:nvPr>
            <p:ph sz="quarter" idx="43"/>
          </p:nvPr>
        </p:nvSpPr>
        <p:spPr>
          <a:xfrm>
            <a:off x="546100" y="3295650"/>
            <a:ext cx="5445125" cy="2437637"/>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13C4FDE-A81E-EF79-BD4B-61C6431C7630}"/>
              </a:ext>
            </a:extLst>
          </p:cNvPr>
          <p:cNvSpPr>
            <a:spLocks noGrp="1"/>
          </p:cNvSpPr>
          <p:nvPr>
            <p:ph sz="quarter" idx="44"/>
          </p:nvPr>
        </p:nvSpPr>
        <p:spPr>
          <a:xfrm>
            <a:off x="6194425" y="3295650"/>
            <a:ext cx="5443536" cy="2437638"/>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6">
            <a:extLst>
              <a:ext uri="{FF2B5EF4-FFF2-40B4-BE49-F238E27FC236}">
                <a16:creationId xmlns:a16="http://schemas.microsoft.com/office/drawing/2014/main" id="{79AA7307-4097-61A7-6D7C-E1E31662FD7C}"/>
              </a:ext>
            </a:extLst>
          </p:cNvPr>
          <p:cNvSpPr>
            <a:spLocks noGrp="1"/>
          </p:cNvSpPr>
          <p:nvPr>
            <p:ph type="body" sz="quarter" idx="45"/>
          </p:nvPr>
        </p:nvSpPr>
        <p:spPr>
          <a:xfrm>
            <a:off x="546100" y="2714625"/>
            <a:ext cx="5445125" cy="295276"/>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9" name="Text Placeholder 28">
            <a:extLst>
              <a:ext uri="{FF2B5EF4-FFF2-40B4-BE49-F238E27FC236}">
                <a16:creationId xmlns:a16="http://schemas.microsoft.com/office/drawing/2014/main" id="{B89766A0-7AF7-514F-D906-7F7B54DCA000}"/>
              </a:ext>
            </a:extLst>
          </p:cNvPr>
          <p:cNvSpPr>
            <a:spLocks noGrp="1"/>
          </p:cNvSpPr>
          <p:nvPr>
            <p:ph type="body" sz="quarter" idx="46"/>
          </p:nvPr>
        </p:nvSpPr>
        <p:spPr>
          <a:xfrm>
            <a:off x="6192838" y="2714625"/>
            <a:ext cx="5445125" cy="29451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EDBD991D-BB78-85F0-B91E-EBC747AE6986}"/>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2FEBD50D-5206-AC4E-D8CA-B4660A4466B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480458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Title 4">
            <a:extLst>
              <a:ext uri="{FF2B5EF4-FFF2-40B4-BE49-F238E27FC236}">
                <a16:creationId xmlns:a16="http://schemas.microsoft.com/office/drawing/2014/main" id="{4D3A07AB-930B-F509-FF11-FF7EA66F18A9}"/>
              </a:ext>
            </a:extLst>
          </p:cNvPr>
          <p:cNvSpPr>
            <a:spLocks noGrp="1"/>
          </p:cNvSpPr>
          <p:nvPr>
            <p:ph type="title"/>
          </p:nvPr>
        </p:nvSpPr>
        <p:spPr>
          <a:xfrm>
            <a:off x="546100" y="552450"/>
            <a:ext cx="11091862" cy="434975"/>
          </a:xfrm>
        </p:spPr>
        <p:txBody>
          <a:bodyPr/>
          <a:lstStyle>
            <a:lvl1pPr>
              <a:defRPr b="1"/>
            </a:lvl1pPr>
          </a:lstStyle>
          <a:p>
            <a:r>
              <a:rPr lang="en-US"/>
              <a:t>Click to edit Master title style</a:t>
            </a:r>
          </a:p>
        </p:txBody>
      </p:sp>
      <p:sp>
        <p:nvSpPr>
          <p:cNvPr id="12" name="Text Placeholder 10">
            <a:extLst>
              <a:ext uri="{FF2B5EF4-FFF2-40B4-BE49-F238E27FC236}">
                <a16:creationId xmlns:a16="http://schemas.microsoft.com/office/drawing/2014/main" id="{E7C5C99F-2E27-32AA-A2BB-FD22347F3EE1}"/>
              </a:ext>
            </a:extLst>
          </p:cNvPr>
          <p:cNvSpPr>
            <a:spLocks noGrp="1"/>
          </p:cNvSpPr>
          <p:nvPr>
            <p:ph type="body" sz="quarter" idx="21"/>
          </p:nvPr>
        </p:nvSpPr>
        <p:spPr>
          <a:xfrm>
            <a:off x="546100" y="1127125"/>
            <a:ext cx="11094211" cy="296861"/>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4" name="Content Placeholder 22">
            <a:extLst>
              <a:ext uri="{FF2B5EF4-FFF2-40B4-BE49-F238E27FC236}">
                <a16:creationId xmlns:a16="http://schemas.microsoft.com/office/drawing/2014/main" id="{C12BF8D2-A9C1-A94F-0BD2-3090AFC52369}"/>
              </a:ext>
            </a:extLst>
          </p:cNvPr>
          <p:cNvSpPr>
            <a:spLocks noGrp="1"/>
          </p:cNvSpPr>
          <p:nvPr>
            <p:ph sz="quarter" idx="23"/>
          </p:nvPr>
        </p:nvSpPr>
        <p:spPr>
          <a:xfrm>
            <a:off x="546100" y="2425700"/>
            <a:ext cx="3524249"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4">
            <a:extLst>
              <a:ext uri="{FF2B5EF4-FFF2-40B4-BE49-F238E27FC236}">
                <a16:creationId xmlns:a16="http://schemas.microsoft.com/office/drawing/2014/main" id="{9CD544D2-832B-F777-218B-C0F2BDC73B8C}"/>
              </a:ext>
            </a:extLst>
          </p:cNvPr>
          <p:cNvSpPr>
            <a:spLocks noGrp="1"/>
          </p:cNvSpPr>
          <p:nvPr>
            <p:ph sz="quarter" idx="24"/>
          </p:nvPr>
        </p:nvSpPr>
        <p:spPr>
          <a:xfrm>
            <a:off x="4333715" y="2425700"/>
            <a:ext cx="3520440"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65B5C789-A5F1-EB2A-667A-4B57F4569728}"/>
              </a:ext>
            </a:extLst>
          </p:cNvPr>
          <p:cNvSpPr>
            <a:spLocks noGrp="1"/>
          </p:cNvSpPr>
          <p:nvPr>
            <p:ph sz="quarter" idx="25"/>
          </p:nvPr>
        </p:nvSpPr>
        <p:spPr>
          <a:xfrm>
            <a:off x="8117522" y="2425701"/>
            <a:ext cx="3520440"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3">
            <a:extLst>
              <a:ext uri="{FF2B5EF4-FFF2-40B4-BE49-F238E27FC236}">
                <a16:creationId xmlns:a16="http://schemas.microsoft.com/office/drawing/2014/main" id="{72BCF22D-7BA9-AFDD-8C6C-56F01183A358}"/>
              </a:ext>
            </a:extLst>
          </p:cNvPr>
          <p:cNvSpPr>
            <a:spLocks noGrp="1"/>
          </p:cNvSpPr>
          <p:nvPr>
            <p:ph type="body" sz="quarter" idx="29"/>
          </p:nvPr>
        </p:nvSpPr>
        <p:spPr>
          <a:xfrm>
            <a:off x="546100" y="1849436"/>
            <a:ext cx="3524249" cy="296861"/>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18" name="Text Placeholder 35">
            <a:extLst>
              <a:ext uri="{FF2B5EF4-FFF2-40B4-BE49-F238E27FC236}">
                <a16:creationId xmlns:a16="http://schemas.microsoft.com/office/drawing/2014/main" id="{57D9938D-921A-98B4-2E9A-9625F5D4F3CA}"/>
              </a:ext>
            </a:extLst>
          </p:cNvPr>
          <p:cNvSpPr>
            <a:spLocks noGrp="1"/>
          </p:cNvSpPr>
          <p:nvPr>
            <p:ph type="body" sz="quarter" idx="30"/>
          </p:nvPr>
        </p:nvSpPr>
        <p:spPr>
          <a:xfrm>
            <a:off x="4333715"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7" name="Text Placeholder 26">
            <a:extLst>
              <a:ext uri="{FF2B5EF4-FFF2-40B4-BE49-F238E27FC236}">
                <a16:creationId xmlns:a16="http://schemas.microsoft.com/office/drawing/2014/main" id="{447DAA16-0F93-6662-9A40-3E39052A6110}"/>
              </a:ext>
            </a:extLst>
          </p:cNvPr>
          <p:cNvSpPr>
            <a:spLocks noGrp="1"/>
          </p:cNvSpPr>
          <p:nvPr>
            <p:ph type="body" sz="quarter" idx="31"/>
          </p:nvPr>
        </p:nvSpPr>
        <p:spPr>
          <a:xfrm>
            <a:off x="8117522" y="1849436"/>
            <a:ext cx="3520440" cy="296862"/>
          </a:xfrm>
        </p:spPr>
        <p:txBody>
          <a:bodyPr anchor="b">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5CAF1221-6A5A-0633-8A9B-749363B15EC4}"/>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108F7FB7-B0F4-2E01-D444-E1B7E3B22AE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946754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 Column - Subhead">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itle 14">
            <a:extLst>
              <a:ext uri="{FF2B5EF4-FFF2-40B4-BE49-F238E27FC236}">
                <a16:creationId xmlns:a16="http://schemas.microsoft.com/office/drawing/2014/main" id="{EAD91B94-EA98-484A-C309-7B941BD49803}"/>
              </a:ext>
            </a:extLst>
          </p:cNvPr>
          <p:cNvSpPr>
            <a:spLocks noGrp="1"/>
          </p:cNvSpPr>
          <p:nvPr>
            <p:ph type="title"/>
          </p:nvPr>
        </p:nvSpPr>
        <p:spPr>
          <a:xfrm>
            <a:off x="546101" y="552450"/>
            <a:ext cx="11091862" cy="434975"/>
          </a:xfrm>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E816675F-4CFF-1424-BC2E-EB168984C8A9}"/>
              </a:ext>
            </a:extLst>
          </p:cNvPr>
          <p:cNvSpPr>
            <a:spLocks noGrp="1"/>
          </p:cNvSpPr>
          <p:nvPr>
            <p:ph type="body" sz="quarter" idx="21"/>
          </p:nvPr>
        </p:nvSpPr>
        <p:spPr>
          <a:xfrm>
            <a:off x="546100" y="1127125"/>
            <a:ext cx="1109421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2" name="Content Placeholder 22">
            <a:extLst>
              <a:ext uri="{FF2B5EF4-FFF2-40B4-BE49-F238E27FC236}">
                <a16:creationId xmlns:a16="http://schemas.microsoft.com/office/drawing/2014/main" id="{13CECA2D-47BD-D0C9-FDDA-04E397E25899}"/>
              </a:ext>
            </a:extLst>
          </p:cNvPr>
          <p:cNvSpPr>
            <a:spLocks noGrp="1"/>
          </p:cNvSpPr>
          <p:nvPr>
            <p:ph sz="quarter" idx="23"/>
          </p:nvPr>
        </p:nvSpPr>
        <p:spPr>
          <a:xfrm>
            <a:off x="546101" y="2425700"/>
            <a:ext cx="2619374"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4">
            <a:extLst>
              <a:ext uri="{FF2B5EF4-FFF2-40B4-BE49-F238E27FC236}">
                <a16:creationId xmlns:a16="http://schemas.microsoft.com/office/drawing/2014/main" id="{662EF311-9306-5498-F3D9-6F3991FF1E09}"/>
              </a:ext>
            </a:extLst>
          </p:cNvPr>
          <p:cNvSpPr>
            <a:spLocks noGrp="1"/>
          </p:cNvSpPr>
          <p:nvPr>
            <p:ph sz="quarter" idx="24"/>
          </p:nvPr>
        </p:nvSpPr>
        <p:spPr>
          <a:xfrm>
            <a:off x="3367088" y="2425700"/>
            <a:ext cx="2625725"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0">
            <a:extLst>
              <a:ext uri="{FF2B5EF4-FFF2-40B4-BE49-F238E27FC236}">
                <a16:creationId xmlns:a16="http://schemas.microsoft.com/office/drawing/2014/main" id="{3A80FA08-2EA7-E26E-1786-7FC321C07BC6}"/>
              </a:ext>
            </a:extLst>
          </p:cNvPr>
          <p:cNvSpPr>
            <a:spLocks noGrp="1"/>
          </p:cNvSpPr>
          <p:nvPr>
            <p:ph sz="quarter" idx="25"/>
          </p:nvPr>
        </p:nvSpPr>
        <p:spPr>
          <a:xfrm>
            <a:off x="6194426" y="2425701"/>
            <a:ext cx="2619375" cy="3441699"/>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3">
            <a:extLst>
              <a:ext uri="{FF2B5EF4-FFF2-40B4-BE49-F238E27FC236}">
                <a16:creationId xmlns:a16="http://schemas.microsoft.com/office/drawing/2014/main" id="{6F3D1EEF-0D0B-1B3D-790A-E903BCE7629F}"/>
              </a:ext>
            </a:extLst>
          </p:cNvPr>
          <p:cNvSpPr>
            <a:spLocks noGrp="1"/>
          </p:cNvSpPr>
          <p:nvPr>
            <p:ph type="body" sz="quarter" idx="29"/>
          </p:nvPr>
        </p:nvSpPr>
        <p:spPr>
          <a:xfrm>
            <a:off x="546100" y="1849436"/>
            <a:ext cx="2619375" cy="296861"/>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6" name="Text Placeholder 35">
            <a:extLst>
              <a:ext uri="{FF2B5EF4-FFF2-40B4-BE49-F238E27FC236}">
                <a16:creationId xmlns:a16="http://schemas.microsoft.com/office/drawing/2014/main" id="{F3E66951-696C-1D73-0C63-711EFABB807E}"/>
              </a:ext>
            </a:extLst>
          </p:cNvPr>
          <p:cNvSpPr>
            <a:spLocks noGrp="1"/>
          </p:cNvSpPr>
          <p:nvPr>
            <p:ph type="body" sz="quarter" idx="30"/>
          </p:nvPr>
        </p:nvSpPr>
        <p:spPr>
          <a:xfrm>
            <a:off x="3367089" y="1849438"/>
            <a:ext cx="262572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7" name="Text Placeholder 26">
            <a:extLst>
              <a:ext uri="{FF2B5EF4-FFF2-40B4-BE49-F238E27FC236}">
                <a16:creationId xmlns:a16="http://schemas.microsoft.com/office/drawing/2014/main" id="{22CCB024-1C7A-358D-17AA-DB143CC33E1A}"/>
              </a:ext>
            </a:extLst>
          </p:cNvPr>
          <p:cNvSpPr>
            <a:spLocks noGrp="1"/>
          </p:cNvSpPr>
          <p:nvPr>
            <p:ph type="body" sz="quarter" idx="31"/>
          </p:nvPr>
        </p:nvSpPr>
        <p:spPr>
          <a:xfrm>
            <a:off x="6194426" y="1849438"/>
            <a:ext cx="2619375" cy="2968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39" name="Content Placeholder 38">
            <a:extLst>
              <a:ext uri="{FF2B5EF4-FFF2-40B4-BE49-F238E27FC236}">
                <a16:creationId xmlns:a16="http://schemas.microsoft.com/office/drawing/2014/main" id="{4C336508-10E1-4F40-6089-6E416628EAAC}"/>
              </a:ext>
            </a:extLst>
          </p:cNvPr>
          <p:cNvSpPr>
            <a:spLocks noGrp="1"/>
          </p:cNvSpPr>
          <p:nvPr>
            <p:ph sz="quarter" idx="32"/>
          </p:nvPr>
        </p:nvSpPr>
        <p:spPr>
          <a:xfrm>
            <a:off x="9015415" y="2425700"/>
            <a:ext cx="2622548" cy="3441700"/>
          </a:xfrm>
        </p:spPr>
        <p:txBody>
          <a:bodyPr>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40">
            <a:extLst>
              <a:ext uri="{FF2B5EF4-FFF2-40B4-BE49-F238E27FC236}">
                <a16:creationId xmlns:a16="http://schemas.microsoft.com/office/drawing/2014/main" id="{53BBD7EF-C3BF-D4E8-EF2B-6BC68E04ACCA}"/>
              </a:ext>
            </a:extLst>
          </p:cNvPr>
          <p:cNvSpPr>
            <a:spLocks noGrp="1"/>
          </p:cNvSpPr>
          <p:nvPr>
            <p:ph type="body" sz="quarter" idx="33"/>
          </p:nvPr>
        </p:nvSpPr>
        <p:spPr>
          <a:xfrm>
            <a:off x="9015412" y="1849436"/>
            <a:ext cx="2622549" cy="296862"/>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4" name="Text Placeholder 15">
            <a:extLst>
              <a:ext uri="{FF2B5EF4-FFF2-40B4-BE49-F238E27FC236}">
                <a16:creationId xmlns:a16="http://schemas.microsoft.com/office/drawing/2014/main" id="{1B23D40B-9D9F-F3EF-0095-140FDCB91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2" name="Freeform 5">
            <a:extLst>
              <a:ext uri="{FF2B5EF4-FFF2-40B4-BE49-F238E27FC236}">
                <a16:creationId xmlns:a16="http://schemas.microsoft.com/office/drawing/2014/main" id="{6156507B-072C-8B0F-1D65-BF8332968C0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674969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Photo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194424" y="0"/>
            <a:ext cx="5997575" cy="6858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6" name="Title 5">
            <a:extLst>
              <a:ext uri="{FF2B5EF4-FFF2-40B4-BE49-F238E27FC236}">
                <a16:creationId xmlns:a16="http://schemas.microsoft.com/office/drawing/2014/main" id="{FA65A5E6-24CF-BD36-5E96-8042A9E0ECC7}"/>
              </a:ext>
            </a:extLst>
          </p:cNvPr>
          <p:cNvSpPr>
            <a:spLocks noGrp="1"/>
          </p:cNvSpPr>
          <p:nvPr>
            <p:ph type="title"/>
          </p:nvPr>
        </p:nvSpPr>
        <p:spPr>
          <a:xfrm>
            <a:off x="546100" y="552450"/>
            <a:ext cx="5444329" cy="434975"/>
          </a:xfrm>
        </p:spPr>
        <p:txBody>
          <a:bodyPr/>
          <a:lstStyle>
            <a:lvl1pPr>
              <a:defRPr b="1"/>
            </a:lvl1pPr>
          </a:lstStyle>
          <a:p>
            <a:r>
              <a:rPr lang="en-US"/>
              <a:t>Click to edit Master title style</a:t>
            </a:r>
          </a:p>
        </p:txBody>
      </p:sp>
      <p:sp>
        <p:nvSpPr>
          <p:cNvPr id="16" name="Text Placeholder 11">
            <a:extLst>
              <a:ext uri="{FF2B5EF4-FFF2-40B4-BE49-F238E27FC236}">
                <a16:creationId xmlns:a16="http://schemas.microsoft.com/office/drawing/2014/main" id="{163054C7-C247-490C-C290-6EB0D4E9DC7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8" name="Content Placeholder 29">
            <a:extLst>
              <a:ext uri="{FF2B5EF4-FFF2-40B4-BE49-F238E27FC236}">
                <a16:creationId xmlns:a16="http://schemas.microsoft.com/office/drawing/2014/main" id="{75ADEAFE-4009-A3BC-3F86-F58A050AF5C0}"/>
              </a:ext>
            </a:extLst>
          </p:cNvPr>
          <p:cNvSpPr>
            <a:spLocks noGrp="1"/>
          </p:cNvSpPr>
          <p:nvPr>
            <p:ph sz="quarter" idx="27"/>
          </p:nvPr>
        </p:nvSpPr>
        <p:spPr>
          <a:xfrm>
            <a:off x="546892" y="2425700"/>
            <a:ext cx="5444333"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33">
            <a:extLst>
              <a:ext uri="{FF2B5EF4-FFF2-40B4-BE49-F238E27FC236}">
                <a16:creationId xmlns:a16="http://schemas.microsoft.com/office/drawing/2014/main" id="{C8FCEF29-492C-8F4E-A702-5AD89C03B6B4}"/>
              </a:ext>
            </a:extLst>
          </p:cNvPr>
          <p:cNvSpPr>
            <a:spLocks noGrp="1"/>
          </p:cNvSpPr>
          <p:nvPr>
            <p:ph type="body" sz="quarter" idx="29"/>
          </p:nvPr>
        </p:nvSpPr>
        <p:spPr>
          <a:xfrm>
            <a:off x="546893" y="1849437"/>
            <a:ext cx="5444332"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784A1C5E-04C1-2EA8-0F18-04949676E62B}"/>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8BBE648E-0B4C-2182-6968-71951322780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2746260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ynamic Slices 1 / Light - Subhea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chemeClr val="bg1">
              <a:lumMod val="65000"/>
            </a:schemeClr>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chemeClr val="bg1">
              <a:lumMod val="65000"/>
            </a:schemeClr>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4B789C02-8217-29F3-CCBF-88E3D196B36D}"/>
              </a:ext>
            </a:extLst>
          </p:cNvPr>
          <p:cNvSpPr>
            <a:spLocks noGrp="1"/>
          </p:cNvSpPr>
          <p:nvPr>
            <p:ph type="title"/>
          </p:nvPr>
        </p:nvSpPr>
        <p:spPr>
          <a:xfrm>
            <a:off x="546100" y="552450"/>
            <a:ext cx="6851651" cy="434975"/>
          </a:xfrm>
        </p:spPr>
        <p:txBody>
          <a:bodyPr/>
          <a:lstStyle>
            <a:lvl1pPr>
              <a:defRPr b="1"/>
            </a:lvl1pPr>
          </a:lstStyle>
          <a:p>
            <a:r>
              <a:rPr lang="en-US"/>
              <a:t>Click to edit Master title style</a:t>
            </a:r>
          </a:p>
        </p:txBody>
      </p:sp>
      <p:sp>
        <p:nvSpPr>
          <p:cNvPr id="5" name="Text Placeholder 11">
            <a:extLst>
              <a:ext uri="{FF2B5EF4-FFF2-40B4-BE49-F238E27FC236}">
                <a16:creationId xmlns:a16="http://schemas.microsoft.com/office/drawing/2014/main" id="{8BA902E5-1959-8D93-356A-51055AFC1FFA}"/>
              </a:ext>
            </a:extLst>
          </p:cNvPr>
          <p:cNvSpPr>
            <a:spLocks noGrp="1"/>
          </p:cNvSpPr>
          <p:nvPr>
            <p:ph type="body" sz="quarter" idx="23"/>
          </p:nvPr>
        </p:nvSpPr>
        <p:spPr>
          <a:xfrm>
            <a:off x="546100" y="1127125"/>
            <a:ext cx="6853046"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1" name="Content Placeholder 29">
            <a:extLst>
              <a:ext uri="{FF2B5EF4-FFF2-40B4-BE49-F238E27FC236}">
                <a16:creationId xmlns:a16="http://schemas.microsoft.com/office/drawing/2014/main" id="{9FBDFEC1-9F37-0749-6D25-E3B502E7E966}"/>
              </a:ext>
            </a:extLst>
          </p:cNvPr>
          <p:cNvSpPr>
            <a:spLocks noGrp="1"/>
          </p:cNvSpPr>
          <p:nvPr>
            <p:ph sz="quarter" idx="27"/>
          </p:nvPr>
        </p:nvSpPr>
        <p:spPr>
          <a:xfrm>
            <a:off x="546894" y="2425700"/>
            <a:ext cx="6850856"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33">
            <a:extLst>
              <a:ext uri="{FF2B5EF4-FFF2-40B4-BE49-F238E27FC236}">
                <a16:creationId xmlns:a16="http://schemas.microsoft.com/office/drawing/2014/main" id="{F955E566-2D25-F593-52AC-63C9C65B51E7}"/>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Text Placeholder 15">
            <a:extLst>
              <a:ext uri="{FF2B5EF4-FFF2-40B4-BE49-F238E27FC236}">
                <a16:creationId xmlns:a16="http://schemas.microsoft.com/office/drawing/2014/main" id="{2146C6B3-79A7-75B4-A7CB-F11700C4B060}"/>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3903E591-5482-5B20-F994-23F01C04C3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888405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ynamic Slices 1 / Dark">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5" name="Title 4">
            <a:extLst>
              <a:ext uri="{FF2B5EF4-FFF2-40B4-BE49-F238E27FC236}">
                <a16:creationId xmlns:a16="http://schemas.microsoft.com/office/drawing/2014/main" id="{DFA82EE6-606F-A412-2CF2-001ACBC3F752}"/>
              </a:ext>
            </a:extLst>
          </p:cNvPr>
          <p:cNvSpPr>
            <a:spLocks noGrp="1"/>
          </p:cNvSpPr>
          <p:nvPr>
            <p:ph type="title"/>
          </p:nvPr>
        </p:nvSpPr>
        <p:spPr>
          <a:xfrm>
            <a:off x="546892" y="552449"/>
            <a:ext cx="6849111" cy="434975"/>
          </a:xfrm>
        </p:spPr>
        <p:txBody>
          <a:bodyPr/>
          <a:lstStyle>
            <a:lvl1pPr>
              <a:defRPr b="1">
                <a:solidFill>
                  <a:schemeClr val="accent1"/>
                </a:solidFill>
              </a:defRPr>
            </a:lvl1pPr>
          </a:lstStyle>
          <a:p>
            <a:r>
              <a:rPr lang="en-US"/>
              <a:t>Click to edit Master title style</a:t>
            </a:r>
          </a:p>
        </p:txBody>
      </p:sp>
      <p:sp>
        <p:nvSpPr>
          <p:cNvPr id="4" name="Text Placeholder 11">
            <a:extLst>
              <a:ext uri="{FF2B5EF4-FFF2-40B4-BE49-F238E27FC236}">
                <a16:creationId xmlns:a16="http://schemas.microsoft.com/office/drawing/2014/main" id="{98C27CD0-E7ED-0F06-9583-C2455E4C7100}"/>
              </a:ext>
            </a:extLst>
          </p:cNvPr>
          <p:cNvSpPr>
            <a:spLocks noGrp="1"/>
          </p:cNvSpPr>
          <p:nvPr>
            <p:ph type="body" sz="quarter" idx="18"/>
          </p:nvPr>
        </p:nvSpPr>
        <p:spPr>
          <a:xfrm>
            <a:off x="548640" y="1127126"/>
            <a:ext cx="6849110" cy="295274"/>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16" name="Text Placeholder 15">
            <a:extLst>
              <a:ext uri="{FF2B5EF4-FFF2-40B4-BE49-F238E27FC236}">
                <a16:creationId xmlns:a16="http://schemas.microsoft.com/office/drawing/2014/main" id="{153D2C7A-DCFA-04C5-B25D-045A4E287A01}"/>
              </a:ext>
            </a:extLst>
          </p:cNvPr>
          <p:cNvSpPr>
            <a:spLocks noGrp="1"/>
          </p:cNvSpPr>
          <p:nvPr>
            <p:ph type="body" sz="quarter" idx="19" hasCustomPrompt="1"/>
          </p:nvPr>
        </p:nvSpPr>
        <p:spPr>
          <a:xfrm>
            <a:off x="546540" y="6019800"/>
            <a:ext cx="6849111" cy="292099"/>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17" name="Content Placeholder 25">
            <a:extLst>
              <a:ext uri="{FF2B5EF4-FFF2-40B4-BE49-F238E27FC236}">
                <a16:creationId xmlns:a16="http://schemas.microsoft.com/office/drawing/2014/main" id="{C0678888-447D-EFD9-9770-C2B47B8E8D77}"/>
              </a:ext>
            </a:extLst>
          </p:cNvPr>
          <p:cNvSpPr>
            <a:spLocks noGrp="1"/>
          </p:cNvSpPr>
          <p:nvPr>
            <p:ph sz="quarter" idx="23"/>
          </p:nvPr>
        </p:nvSpPr>
        <p:spPr>
          <a:xfrm>
            <a:off x="546540" y="1849438"/>
            <a:ext cx="6851209" cy="4017962"/>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reeform 5">
            <a:extLst>
              <a:ext uri="{FF2B5EF4-FFF2-40B4-BE49-F238E27FC236}">
                <a16:creationId xmlns:a16="http://schemas.microsoft.com/office/drawing/2014/main" id="{EEC57330-93DD-4ACF-46E0-F0C3473B1B0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684953429"/>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ynamic Slices 1 / Dark - Subhead">
    <p:bg>
      <p:bgPr>
        <a:solidFill>
          <a:schemeClr val="bg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8142973" y="0"/>
            <a:ext cx="2029968" cy="6167438"/>
          </a:xfrm>
          <a:solidFill>
            <a:srgbClr val="A6A9AA"/>
          </a:solidFill>
        </p:spPr>
        <p:txBody>
          <a:bodyPr anchor="ctr"/>
          <a:lstStyle>
            <a:lvl1pPr algn="ctr">
              <a:defRPr b="0">
                <a:solidFill>
                  <a:schemeClr val="bg1"/>
                </a:solidFill>
                <a:latin typeface="+mn-lt"/>
              </a:defRPr>
            </a:lvl1pPr>
          </a:lstStyle>
          <a:p>
            <a:r>
              <a:rPr lang="en-US"/>
              <a:t>Dynamic slice crop 1</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6" name="Picture Placeholder 9">
            <a:extLst>
              <a:ext uri="{FF2B5EF4-FFF2-40B4-BE49-F238E27FC236}">
                <a16:creationId xmlns:a16="http://schemas.microsoft.com/office/drawing/2014/main" id="{76B8FFAA-4288-7A55-0BCC-B4A10908B32D}"/>
              </a:ext>
            </a:extLst>
          </p:cNvPr>
          <p:cNvSpPr>
            <a:spLocks noGrp="1"/>
          </p:cNvSpPr>
          <p:nvPr>
            <p:ph type="pic" sz="quarter" idx="14" hasCustomPrompt="1"/>
          </p:nvPr>
        </p:nvSpPr>
        <p:spPr>
          <a:xfrm>
            <a:off x="10162032" y="0"/>
            <a:ext cx="2029968" cy="3984625"/>
          </a:xfrm>
          <a:solidFill>
            <a:srgbClr val="A6A9AA"/>
          </a:solidFill>
        </p:spPr>
        <p:txBody>
          <a:bodyPr anchor="ctr"/>
          <a:lstStyle>
            <a:lvl1pPr algn="ctr">
              <a:defRPr b="0">
                <a:solidFill>
                  <a:schemeClr val="bg1"/>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12" name="Title 11">
            <a:extLst>
              <a:ext uri="{FF2B5EF4-FFF2-40B4-BE49-F238E27FC236}">
                <a16:creationId xmlns:a16="http://schemas.microsoft.com/office/drawing/2014/main" id="{2C685442-9E1D-96DF-CF89-A92CB871F5BC}"/>
              </a:ext>
            </a:extLst>
          </p:cNvPr>
          <p:cNvSpPr>
            <a:spLocks noGrp="1"/>
          </p:cNvSpPr>
          <p:nvPr>
            <p:ph type="title"/>
          </p:nvPr>
        </p:nvSpPr>
        <p:spPr>
          <a:xfrm>
            <a:off x="546891" y="552450"/>
            <a:ext cx="6850858" cy="428626"/>
          </a:xfrm>
        </p:spPr>
        <p:txBody>
          <a:bodyPr/>
          <a:lstStyle>
            <a:lvl1pPr>
              <a:defRPr b="1">
                <a:solidFill>
                  <a:schemeClr val="accent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9E6A5714-8F29-43FB-2C8C-E2BDF9308AA2}"/>
              </a:ext>
            </a:extLst>
          </p:cNvPr>
          <p:cNvSpPr>
            <a:spLocks noGrp="1"/>
          </p:cNvSpPr>
          <p:nvPr>
            <p:ph type="body" sz="quarter" idx="23"/>
          </p:nvPr>
        </p:nvSpPr>
        <p:spPr>
          <a:xfrm>
            <a:off x="546891" y="1127125"/>
            <a:ext cx="6852254"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tx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tx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tx1"/>
                </a:solidFill>
                <a:latin typeface="+mj-lt"/>
                <a:ea typeface="GT America Regular" charset="0"/>
                <a:cs typeface="GT America Regular" charset="0"/>
              </a:defRPr>
            </a:lvl9pPr>
          </a:lstStyle>
          <a:p>
            <a:pPr lvl="0"/>
            <a:r>
              <a:rPr lang="en-US"/>
              <a:t>Click to edit Master text styles</a:t>
            </a:r>
          </a:p>
        </p:txBody>
      </p:sp>
      <p:sp>
        <p:nvSpPr>
          <p:cNvPr id="23" name="Text Placeholder 33">
            <a:extLst>
              <a:ext uri="{FF2B5EF4-FFF2-40B4-BE49-F238E27FC236}">
                <a16:creationId xmlns:a16="http://schemas.microsoft.com/office/drawing/2014/main" id="{2B526351-496B-235F-61A3-4656D3654893}"/>
              </a:ext>
            </a:extLst>
          </p:cNvPr>
          <p:cNvSpPr>
            <a:spLocks noGrp="1"/>
          </p:cNvSpPr>
          <p:nvPr>
            <p:ph type="body" sz="quarter" idx="29"/>
          </p:nvPr>
        </p:nvSpPr>
        <p:spPr>
          <a:xfrm>
            <a:off x="539750" y="1849437"/>
            <a:ext cx="6857999"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4" name="Content Placeholder 25">
            <a:extLst>
              <a:ext uri="{FF2B5EF4-FFF2-40B4-BE49-F238E27FC236}">
                <a16:creationId xmlns:a16="http://schemas.microsoft.com/office/drawing/2014/main" id="{8D981F7B-3DFA-DAB1-22F5-DA649A21F2D3}"/>
              </a:ext>
            </a:extLst>
          </p:cNvPr>
          <p:cNvSpPr>
            <a:spLocks noGrp="1"/>
          </p:cNvSpPr>
          <p:nvPr>
            <p:ph sz="quarter" idx="45"/>
          </p:nvPr>
        </p:nvSpPr>
        <p:spPr>
          <a:xfrm>
            <a:off x="546891" y="2425700"/>
            <a:ext cx="6850859" cy="3441700"/>
          </a:xfrm>
        </p:spPr>
        <p:txBody>
          <a:bodyPr/>
          <a:lstStyle>
            <a:lvl3pPr>
              <a:buClr>
                <a:schemeClr val="tx1"/>
              </a:buClr>
              <a:defRPr/>
            </a:lvl3pPr>
            <a:lvl5pPr>
              <a:buClr>
                <a:schemeClr val="tx1"/>
              </a:buClr>
              <a:defRPr/>
            </a:lvl5pPr>
            <a:lvl7pPr>
              <a:buClr>
                <a:schemeClr val="tx1"/>
              </a:buClr>
              <a:defRPr/>
            </a:lvl7pPr>
            <a:lvl9pPr>
              <a:buClr>
                <a:schemeClr val="tx1"/>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5">
            <a:extLst>
              <a:ext uri="{FF2B5EF4-FFF2-40B4-BE49-F238E27FC236}">
                <a16:creationId xmlns:a16="http://schemas.microsoft.com/office/drawing/2014/main" id="{744F74C0-A29C-C2D6-30C6-B4F4CA9322B7}"/>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tx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3" name="Freeform 5">
            <a:extLst>
              <a:ext uri="{FF2B5EF4-FFF2-40B4-BE49-F238E27FC236}">
                <a16:creationId xmlns:a16="http://schemas.microsoft.com/office/drawing/2014/main" id="{7047EC6C-8EB1-E762-D32C-8279EC73C7C1}"/>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11124521"/>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ynamic Slices 2 / Light - Sub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94E9E3F-0E54-D2AC-2C3B-B2AD042CCF2F}"/>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4864" y="6311900"/>
            <a:ext cx="3236581" cy="269875"/>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tx2"/>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9D388E5C-FB1D-8ADE-23C8-8F02759F89BF}"/>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0" name="Content Placeholder 29">
            <a:extLst>
              <a:ext uri="{FF2B5EF4-FFF2-40B4-BE49-F238E27FC236}">
                <a16:creationId xmlns:a16="http://schemas.microsoft.com/office/drawing/2014/main" id="{58C0D593-9DC8-91DA-877C-F657119FC2AA}"/>
              </a:ext>
            </a:extLst>
          </p:cNvPr>
          <p:cNvSpPr>
            <a:spLocks noGrp="1"/>
          </p:cNvSpPr>
          <p:nvPr>
            <p:ph sz="quarter" idx="27"/>
          </p:nvPr>
        </p:nvSpPr>
        <p:spPr>
          <a:xfrm>
            <a:off x="550069" y="2425700"/>
            <a:ext cx="6847681" cy="344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3">
            <a:extLst>
              <a:ext uri="{FF2B5EF4-FFF2-40B4-BE49-F238E27FC236}">
                <a16:creationId xmlns:a16="http://schemas.microsoft.com/office/drawing/2014/main" id="{F724E384-38F7-2332-6CDE-587ABAE34345}"/>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4EB62E2F-2E37-C08A-71AA-5EDB5BF3A79E}"/>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070F9FED-7587-9BA8-2238-305F92B0A992}"/>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6" name="Freeform 5">
            <a:extLst>
              <a:ext uri="{FF2B5EF4-FFF2-40B4-BE49-F238E27FC236}">
                <a16:creationId xmlns:a16="http://schemas.microsoft.com/office/drawing/2014/main" id="{79545D53-1DB6-4F7C-45C0-80C97BAC006C}"/>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8989889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ynamic Slices 2 / Dark - Subhead">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610EE1-689A-470F-628F-EEA20DE95059}"/>
              </a:ext>
            </a:extLst>
          </p:cNvPr>
          <p:cNvSpPr/>
          <p:nvPr userDrawn="1"/>
        </p:nvSpPr>
        <p:spPr>
          <a:xfrm>
            <a:off x="8125764" y="1566863"/>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9">
            <a:extLst>
              <a:ext uri="{FF2B5EF4-FFF2-40B4-BE49-F238E27FC236}">
                <a16:creationId xmlns:a16="http://schemas.microsoft.com/office/drawing/2014/main" id="{4A49D3FC-5492-D318-3220-FE343B99E4C8}"/>
              </a:ext>
            </a:extLst>
          </p:cNvPr>
          <p:cNvSpPr>
            <a:spLocks noGrp="1"/>
          </p:cNvSpPr>
          <p:nvPr>
            <p:ph type="pic" sz="quarter" idx="14" hasCustomPrompt="1"/>
          </p:nvPr>
        </p:nvSpPr>
        <p:spPr>
          <a:xfrm>
            <a:off x="8125765" y="1566862"/>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10" name="Picture Placeholder 9">
            <a:extLst>
              <a:ext uri="{FF2B5EF4-FFF2-40B4-BE49-F238E27FC236}">
                <a16:creationId xmlns:a16="http://schemas.microsoft.com/office/drawing/2014/main" id="{BE85ED21-179E-C2B7-89F1-D4AD14EEDA9A}"/>
              </a:ext>
            </a:extLst>
          </p:cNvPr>
          <p:cNvSpPr>
            <a:spLocks noGrp="1"/>
          </p:cNvSpPr>
          <p:nvPr>
            <p:ph type="pic" sz="quarter" idx="13" hasCustomPrompt="1"/>
          </p:nvPr>
        </p:nvSpPr>
        <p:spPr>
          <a:xfrm>
            <a:off x="6096000" y="0"/>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a:xfrm>
            <a:off x="4161167" y="6311900"/>
            <a:ext cx="3236581" cy="26987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B6A2B7E6-3059-8E4F-3CF4-F1E41E44420F}"/>
              </a:ext>
            </a:extLst>
          </p:cNvPr>
          <p:cNvSpPr>
            <a:spLocks noGrp="1"/>
          </p:cNvSpPr>
          <p:nvPr>
            <p:ph type="title"/>
          </p:nvPr>
        </p:nvSpPr>
        <p:spPr>
          <a:xfrm>
            <a:off x="546100" y="552450"/>
            <a:ext cx="5441473" cy="434975"/>
          </a:xfrm>
        </p:spPr>
        <p:txBody>
          <a:bodyPr/>
          <a:lstStyle>
            <a:lvl1pPr>
              <a:defRPr b="1">
                <a:solidFill>
                  <a:schemeClr val="accent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C9BE862-933D-B8D2-1646-E5CF8CEC4FF4}"/>
              </a:ext>
            </a:extLst>
          </p:cNvPr>
          <p:cNvSpPr>
            <a:spLocks noGrp="1"/>
          </p:cNvSpPr>
          <p:nvPr>
            <p:ph type="body" sz="quarter" idx="23"/>
          </p:nvPr>
        </p:nvSpPr>
        <p:spPr>
          <a:xfrm>
            <a:off x="546100" y="1127125"/>
            <a:ext cx="5445125"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24" name="Text Placeholder 33">
            <a:extLst>
              <a:ext uri="{FF2B5EF4-FFF2-40B4-BE49-F238E27FC236}">
                <a16:creationId xmlns:a16="http://schemas.microsoft.com/office/drawing/2014/main" id="{BCC2869B-FAAE-3BB6-A892-BE38C3B3A864}"/>
              </a:ext>
            </a:extLst>
          </p:cNvPr>
          <p:cNvSpPr>
            <a:spLocks noGrp="1"/>
          </p:cNvSpPr>
          <p:nvPr>
            <p:ph type="body" sz="quarter" idx="29"/>
          </p:nvPr>
        </p:nvSpPr>
        <p:spPr>
          <a:xfrm>
            <a:off x="546100" y="1849437"/>
            <a:ext cx="685164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5" name="Content Placeholder 25">
            <a:extLst>
              <a:ext uri="{FF2B5EF4-FFF2-40B4-BE49-F238E27FC236}">
                <a16:creationId xmlns:a16="http://schemas.microsoft.com/office/drawing/2014/main" id="{9D00109D-23D6-35EC-8D08-145972370CD0}"/>
              </a:ext>
            </a:extLst>
          </p:cNvPr>
          <p:cNvSpPr>
            <a:spLocks noGrp="1"/>
          </p:cNvSpPr>
          <p:nvPr>
            <p:ph sz="quarter" idx="45"/>
          </p:nvPr>
        </p:nvSpPr>
        <p:spPr>
          <a:xfrm>
            <a:off x="546100" y="2425700"/>
            <a:ext cx="6851650" cy="34417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97A7D45A-2735-9F87-11E5-6BB0ED0226A8}"/>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5" name="Freeform 5">
            <a:extLst>
              <a:ext uri="{FF2B5EF4-FFF2-40B4-BE49-F238E27FC236}">
                <a16:creationId xmlns:a16="http://schemas.microsoft.com/office/drawing/2014/main" id="{28F8EF24-E6D9-E593-FB63-2A68B21B4BE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951179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ynamic Slices 3 / Light - Subhead">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tx2"/>
                </a:solidFill>
              </a:defRPr>
            </a:lvl1pPr>
          </a:lstStyle>
          <a:p>
            <a:r>
              <a:rPr lang="en-US"/>
              <a:t>Click to edit Master title style</a:t>
            </a:r>
          </a:p>
        </p:txBody>
      </p:sp>
      <p:sp>
        <p:nvSpPr>
          <p:cNvPr id="17" name="Text Placeholder 11">
            <a:extLst>
              <a:ext uri="{FF2B5EF4-FFF2-40B4-BE49-F238E27FC236}">
                <a16:creationId xmlns:a16="http://schemas.microsoft.com/office/drawing/2014/main" id="{42B1C8D0-9BF5-7D51-4653-BA462E698BF8}"/>
              </a:ext>
            </a:extLst>
          </p:cNvPr>
          <p:cNvSpPr>
            <a:spLocks noGrp="1"/>
          </p:cNvSpPr>
          <p:nvPr>
            <p:ph type="body" sz="quarter" idx="23"/>
          </p:nvPr>
        </p:nvSpPr>
        <p:spPr>
          <a:xfrm>
            <a:off x="546100" y="1127125"/>
            <a:ext cx="6853396" cy="292608"/>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9">
            <a:extLst>
              <a:ext uri="{FF2B5EF4-FFF2-40B4-BE49-F238E27FC236}">
                <a16:creationId xmlns:a16="http://schemas.microsoft.com/office/drawing/2014/main" id="{B08BBDC8-9EE2-4892-A502-EE24EF94D90E}"/>
              </a:ext>
            </a:extLst>
          </p:cNvPr>
          <p:cNvSpPr>
            <a:spLocks noGrp="1"/>
          </p:cNvSpPr>
          <p:nvPr>
            <p:ph sz="quarter" idx="27"/>
          </p:nvPr>
        </p:nvSpPr>
        <p:spPr>
          <a:xfrm>
            <a:off x="546100" y="2425700"/>
            <a:ext cx="6851650" cy="2725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3">
            <a:extLst>
              <a:ext uri="{FF2B5EF4-FFF2-40B4-BE49-F238E27FC236}">
                <a16:creationId xmlns:a16="http://schemas.microsoft.com/office/drawing/2014/main" id="{49A0AA3E-9575-EECD-E637-A3C1AED8E871}"/>
              </a:ext>
            </a:extLst>
          </p:cNvPr>
          <p:cNvSpPr>
            <a:spLocks noGrp="1"/>
          </p:cNvSpPr>
          <p:nvPr>
            <p:ph type="body" sz="quarter" idx="29"/>
          </p:nvPr>
        </p:nvSpPr>
        <p:spPr>
          <a:xfrm>
            <a:off x="546100" y="1849437"/>
            <a:ext cx="6851650"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tx2"/>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tx2"/>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tx2"/>
                </a:solidFill>
                <a:latin typeface="+mj-lt"/>
                <a:ea typeface="GT America Regular" charset="0"/>
                <a:cs typeface="GT America Regular" charset="0"/>
              </a:defRPr>
            </a:lvl9pPr>
          </a:lstStyle>
          <a:p>
            <a:pPr lvl="0"/>
            <a:r>
              <a:rPr lang="en-US"/>
              <a:t>Click to edit Master text styles</a:t>
            </a:r>
          </a:p>
        </p:txBody>
      </p:sp>
      <p:sp>
        <p:nvSpPr>
          <p:cNvPr id="2" name="Picture Placeholder 9">
            <a:extLst>
              <a:ext uri="{FF2B5EF4-FFF2-40B4-BE49-F238E27FC236}">
                <a16:creationId xmlns:a16="http://schemas.microsoft.com/office/drawing/2014/main" id="{378C4A14-D3BD-0C77-5422-EA4EA16B7E7F}"/>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72BB9506-B167-D1C5-0F86-C217EEE5BFC3}"/>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9">
            <a:extLst>
              <a:ext uri="{FF2B5EF4-FFF2-40B4-BE49-F238E27FC236}">
                <a16:creationId xmlns:a16="http://schemas.microsoft.com/office/drawing/2014/main" id="{1321E794-0491-E9E6-121A-E516B2215417}"/>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7" name="Text Placeholder 15">
            <a:extLst>
              <a:ext uri="{FF2B5EF4-FFF2-40B4-BE49-F238E27FC236}">
                <a16:creationId xmlns:a16="http://schemas.microsoft.com/office/drawing/2014/main" id="{8327AC3C-EC39-7757-AE4D-B3221D7D7FC1}"/>
              </a:ext>
            </a:extLst>
          </p:cNvPr>
          <p:cNvSpPr>
            <a:spLocks noGrp="1"/>
          </p:cNvSpPr>
          <p:nvPr>
            <p:ph type="body" sz="quarter" idx="19" hasCustomPrompt="1"/>
          </p:nvPr>
        </p:nvSpPr>
        <p:spPr>
          <a:xfrm>
            <a:off x="546099" y="6019800"/>
            <a:ext cx="5470653"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6" name="Freeform 5">
            <a:extLst>
              <a:ext uri="{FF2B5EF4-FFF2-40B4-BE49-F238E27FC236}">
                <a16:creationId xmlns:a16="http://schemas.microsoft.com/office/drawing/2014/main" id="{B694B6C5-C7B8-D1A4-A0B2-9D7D310779A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887313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ynamic Slices 3 / Dark - Subhead">
    <p:bg>
      <p:bgPr>
        <a:solidFill>
          <a:schemeClr val="tx2"/>
        </a:solidFill>
        <a:effectLst/>
      </p:bgPr>
    </p:bg>
    <p:spTree>
      <p:nvGrpSpPr>
        <p:cNvPr id="1" name=""/>
        <p:cNvGrpSpPr/>
        <p:nvPr/>
      </p:nvGrpSpPr>
      <p:grpSpPr>
        <a:xfrm>
          <a:off x="0" y="0"/>
          <a:ext cx="0" cy="0"/>
          <a:chOff x="0" y="0"/>
          <a:chExt cx="0" cy="0"/>
        </a:xfrm>
      </p:grpSpPr>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8" name="Title 7">
            <a:extLst>
              <a:ext uri="{FF2B5EF4-FFF2-40B4-BE49-F238E27FC236}">
                <a16:creationId xmlns:a16="http://schemas.microsoft.com/office/drawing/2014/main" id="{F08C48AF-02EF-8FA0-A466-0869BF05C3EF}"/>
              </a:ext>
            </a:extLst>
          </p:cNvPr>
          <p:cNvSpPr>
            <a:spLocks noGrp="1"/>
          </p:cNvSpPr>
          <p:nvPr>
            <p:ph type="title"/>
          </p:nvPr>
        </p:nvSpPr>
        <p:spPr>
          <a:xfrm>
            <a:off x="546100" y="552450"/>
            <a:ext cx="6851649" cy="434975"/>
          </a:xfrm>
        </p:spPr>
        <p:txBody>
          <a:bodyPr/>
          <a:lstStyle>
            <a:lvl1pPr>
              <a:defRPr b="1">
                <a:solidFill>
                  <a:schemeClr val="accent1"/>
                </a:solidFill>
              </a:defRPr>
            </a:lvl1pPr>
          </a:lstStyle>
          <a:p>
            <a:r>
              <a:rPr lang="en-US"/>
              <a:t>Click to edit Master title style</a:t>
            </a:r>
          </a:p>
        </p:txBody>
      </p:sp>
      <p:sp>
        <p:nvSpPr>
          <p:cNvPr id="13" name="Text Placeholder 11">
            <a:extLst>
              <a:ext uri="{FF2B5EF4-FFF2-40B4-BE49-F238E27FC236}">
                <a16:creationId xmlns:a16="http://schemas.microsoft.com/office/drawing/2014/main" id="{C1B3D74E-B270-D5EC-6F1E-2F3F425D169B}"/>
              </a:ext>
            </a:extLst>
          </p:cNvPr>
          <p:cNvSpPr>
            <a:spLocks noGrp="1"/>
          </p:cNvSpPr>
          <p:nvPr>
            <p:ph type="body" sz="quarter" idx="23"/>
          </p:nvPr>
        </p:nvSpPr>
        <p:spPr>
          <a:xfrm>
            <a:off x="546892" y="1127125"/>
            <a:ext cx="6853452" cy="292607"/>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Text Placeholder 33">
            <a:extLst>
              <a:ext uri="{FF2B5EF4-FFF2-40B4-BE49-F238E27FC236}">
                <a16:creationId xmlns:a16="http://schemas.microsoft.com/office/drawing/2014/main" id="{FC341142-156C-1A12-BFCF-8E43F622EC84}"/>
              </a:ext>
            </a:extLst>
          </p:cNvPr>
          <p:cNvSpPr>
            <a:spLocks noGrp="1"/>
          </p:cNvSpPr>
          <p:nvPr>
            <p:ph type="body" sz="quarter" idx="29"/>
          </p:nvPr>
        </p:nvSpPr>
        <p:spPr>
          <a:xfrm>
            <a:off x="546892" y="1849437"/>
            <a:ext cx="6850858" cy="296861"/>
          </a:xfrm>
        </p:spPr>
        <p:txBody>
          <a:bodyPr>
            <a:noAutofit/>
          </a:bodyPr>
          <a:lstStyle>
            <a:lvl1pPr marL="0" indent="0" algn="l" defTabSz="914400" rtl="0" eaLnBrk="1" latinLnBrk="0" hangingPunct="1">
              <a:lnSpc>
                <a:spcPct val="101000"/>
              </a:lnSpc>
              <a:spcBef>
                <a:spcPts val="0"/>
              </a:spcBef>
              <a:spcAft>
                <a:spcPts val="600"/>
              </a:spcAft>
              <a:buNone/>
              <a:defRPr lang="en-US" sz="20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20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20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9" name="Content Placeholder 25">
            <a:extLst>
              <a:ext uri="{FF2B5EF4-FFF2-40B4-BE49-F238E27FC236}">
                <a16:creationId xmlns:a16="http://schemas.microsoft.com/office/drawing/2014/main" id="{697DE6C5-E6D7-D5B0-D5AF-03E4A50E0461}"/>
              </a:ext>
            </a:extLst>
          </p:cNvPr>
          <p:cNvSpPr>
            <a:spLocks noGrp="1"/>
          </p:cNvSpPr>
          <p:nvPr>
            <p:ph sz="quarter" idx="45"/>
          </p:nvPr>
        </p:nvSpPr>
        <p:spPr>
          <a:xfrm>
            <a:off x="546892" y="2425700"/>
            <a:ext cx="6850858" cy="2725738"/>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9">
            <a:extLst>
              <a:ext uri="{FF2B5EF4-FFF2-40B4-BE49-F238E27FC236}">
                <a16:creationId xmlns:a16="http://schemas.microsoft.com/office/drawing/2014/main" id="{C6BD3E9F-3FB2-86B5-5D44-D025A9DEC744}"/>
              </a:ext>
            </a:extLst>
          </p:cNvPr>
          <p:cNvSpPr>
            <a:spLocks noGrp="1"/>
          </p:cNvSpPr>
          <p:nvPr>
            <p:ph type="pic" sz="quarter" idx="13" hasCustomPrompt="1"/>
          </p:nvPr>
        </p:nvSpPr>
        <p:spPr>
          <a:xfrm>
            <a:off x="6096000" y="5292725"/>
            <a:ext cx="2029765" cy="1566863"/>
          </a:xfrm>
          <a:solidFill>
            <a:schemeClr val="accent1"/>
          </a:solidFill>
          <a:ln>
            <a:noFill/>
          </a:ln>
        </p:spPr>
        <p:txBody>
          <a:bodyPr anchor="ctr"/>
          <a:lstStyle>
            <a:lvl1pPr algn="ctr">
              <a:defRPr sz="1200" b="0">
                <a:solidFill>
                  <a:schemeClr val="bg1"/>
                </a:solidFill>
                <a:latin typeface="+mn-lt"/>
              </a:defRPr>
            </a:lvl1pPr>
          </a:lstStyle>
          <a:p>
            <a:pPr lvl="0"/>
            <a:r>
              <a:rPr lang="en-US"/>
              <a:t>Dynamic slice image</a:t>
            </a:r>
            <a:br>
              <a:rPr lang="en-US"/>
            </a:br>
            <a:r>
              <a:rPr lang="en-US"/>
              <a:t>or color fill</a:t>
            </a:r>
          </a:p>
        </p:txBody>
      </p:sp>
      <p:sp>
        <p:nvSpPr>
          <p:cNvPr id="3" name="Rectangle 2">
            <a:extLst>
              <a:ext uri="{FF2B5EF4-FFF2-40B4-BE49-F238E27FC236}">
                <a16:creationId xmlns:a16="http://schemas.microsoft.com/office/drawing/2014/main" id="{CEE01ADF-2A73-83EE-EE3F-AC171880FCD8}"/>
              </a:ext>
            </a:extLst>
          </p:cNvPr>
          <p:cNvSpPr/>
          <p:nvPr userDrawn="1"/>
        </p:nvSpPr>
        <p:spPr>
          <a:xfrm>
            <a:off x="8125764" y="0"/>
            <a:ext cx="4066235" cy="5291136"/>
          </a:xfrm>
          <a:prstGeom prst="rect">
            <a:avLst/>
          </a:prstGeom>
          <a:solidFill>
            <a:srgbClr val="D7D8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9">
            <a:extLst>
              <a:ext uri="{FF2B5EF4-FFF2-40B4-BE49-F238E27FC236}">
                <a16:creationId xmlns:a16="http://schemas.microsoft.com/office/drawing/2014/main" id="{254E1435-77AE-ED78-111D-A9A3F32B09FD}"/>
              </a:ext>
            </a:extLst>
          </p:cNvPr>
          <p:cNvSpPr>
            <a:spLocks noGrp="1"/>
          </p:cNvSpPr>
          <p:nvPr>
            <p:ph type="pic" sz="quarter" idx="14" hasCustomPrompt="1"/>
          </p:nvPr>
        </p:nvSpPr>
        <p:spPr>
          <a:xfrm>
            <a:off x="8125765" y="0"/>
            <a:ext cx="4066235" cy="5291137"/>
          </a:xfrm>
          <a:noFill/>
        </p:spPr>
        <p:txBody>
          <a:bodyPr lIns="548640" tIns="548640" rIns="548640" bIns="548640" anchor="ctr"/>
          <a:lstStyle>
            <a:lvl1pPr marL="0" indent="0" algn="l">
              <a:buFont typeface="Arial" panose="020B0604020202020204" pitchFamily="34" charset="0"/>
              <a:buNone/>
              <a:defRPr sz="3600" b="1">
                <a:solidFill>
                  <a:schemeClr val="tx2"/>
                </a:solidFill>
                <a:latin typeface="+mj-lt"/>
              </a:defRPr>
            </a:lvl1pPr>
            <a:lvl2pPr marL="0" indent="0" algn="l">
              <a:buNone/>
              <a:defRPr sz="3600">
                <a:solidFill>
                  <a:schemeClr val="bg1"/>
                </a:solidFill>
                <a:latin typeface="+mj-lt"/>
              </a:defRPr>
            </a:lvl2pPr>
            <a:lvl3pPr marL="0" indent="0">
              <a:buNone/>
              <a:defRPr sz="3600">
                <a:solidFill>
                  <a:schemeClr val="bg1"/>
                </a:solidFill>
                <a:latin typeface="+mj-lt"/>
              </a:defRPr>
            </a:lvl3pPr>
            <a:lvl4pPr marL="0" indent="0">
              <a:buNone/>
              <a:defRPr sz="3600">
                <a:solidFill>
                  <a:schemeClr val="bg1"/>
                </a:solidFill>
                <a:latin typeface="+mj-lt"/>
              </a:defRPr>
            </a:lvl4pPr>
            <a:lvl5pPr marL="0" indent="0">
              <a:buNone/>
              <a:defRPr sz="3600">
                <a:solidFill>
                  <a:schemeClr val="bg1"/>
                </a:solidFill>
                <a:latin typeface="+mj-lt"/>
              </a:defRPr>
            </a:lvl5pPr>
            <a:lvl6pPr marL="0" indent="0">
              <a:buNone/>
              <a:defRPr sz="3600">
                <a:solidFill>
                  <a:schemeClr val="bg1"/>
                </a:solidFill>
                <a:latin typeface="+mj-lt"/>
              </a:defRPr>
            </a:lvl6pPr>
            <a:lvl7pPr marL="0" indent="0">
              <a:buNone/>
              <a:defRPr sz="3600">
                <a:solidFill>
                  <a:schemeClr val="bg1"/>
                </a:solidFill>
                <a:latin typeface="+mj-lt"/>
              </a:defRPr>
            </a:lvl7pPr>
            <a:lvl8pPr marL="0" indent="0">
              <a:buNone/>
              <a:defRPr sz="1200">
                <a:solidFill>
                  <a:schemeClr val="bg1"/>
                </a:solidFill>
                <a:latin typeface="+mn-lt"/>
              </a:defRPr>
            </a:lvl8pPr>
            <a:lvl9pPr marL="171450" indent="-171450" algn="l">
              <a:buClrTx/>
              <a:buFont typeface="Arial" panose="020B0604020202020204" pitchFamily="34" charset="0"/>
              <a:buChar char="•"/>
              <a:defRPr sz="1200">
                <a:solidFill>
                  <a:schemeClr val="bg1"/>
                </a:solidFill>
                <a:latin typeface="+mn-lt"/>
              </a:defRPr>
            </a:lvl9pPr>
          </a:lstStyle>
          <a:p>
            <a:pPr lvl="7"/>
            <a:r>
              <a:rPr lang="en-US"/>
              <a:t>Use this box for the following:</a:t>
            </a:r>
          </a:p>
          <a:p>
            <a:pPr lvl="8"/>
            <a:r>
              <a:rPr lang="en-US"/>
              <a:t>Dynamic slice image</a:t>
            </a:r>
          </a:p>
          <a:p>
            <a:pPr lvl="8"/>
            <a:r>
              <a:rPr lang="en-US"/>
              <a:t>Quote, List level 1</a:t>
            </a:r>
            <a:br>
              <a:rPr lang="en-US"/>
            </a:br>
            <a:r>
              <a:rPr lang="en-US"/>
              <a:t>(Gray Moody’s Blue or Bright blue/white</a:t>
            </a:r>
          </a:p>
          <a:p>
            <a:pPr lvl="0"/>
            <a:r>
              <a:rPr lang="en-US"/>
              <a:t>First level</a:t>
            </a:r>
          </a:p>
        </p:txBody>
      </p:sp>
      <p:sp>
        <p:nvSpPr>
          <p:cNvPr id="5" name="Text Placeholder 15">
            <a:extLst>
              <a:ext uri="{FF2B5EF4-FFF2-40B4-BE49-F238E27FC236}">
                <a16:creationId xmlns:a16="http://schemas.microsoft.com/office/drawing/2014/main" id="{5E150DC8-4D22-1AE0-F80F-F6BA63119D1D}"/>
              </a:ext>
            </a:extLst>
          </p:cNvPr>
          <p:cNvSpPr>
            <a:spLocks noGrp="1"/>
          </p:cNvSpPr>
          <p:nvPr>
            <p:ph type="body" sz="quarter" idx="19" hasCustomPrompt="1"/>
          </p:nvPr>
        </p:nvSpPr>
        <p:spPr>
          <a:xfrm>
            <a:off x="546100" y="6019800"/>
            <a:ext cx="5415788"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6" name="Freeform 5">
            <a:extLst>
              <a:ext uri="{FF2B5EF4-FFF2-40B4-BE49-F238E27FC236}">
                <a16:creationId xmlns:a16="http://schemas.microsoft.com/office/drawing/2014/main" id="{5D1BE82C-6923-10A9-FD44-0C39CC738314}"/>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9583389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Column - Thirds Right">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BB9BC941-343A-ECD1-D9EB-762F51A4DB1C}"/>
              </a:ext>
            </a:extLst>
          </p:cNvPr>
          <p:cNvSpPr/>
          <p:nvPr userDrawn="1"/>
        </p:nvSpPr>
        <p:spPr bwMode="hidden">
          <a:xfrm>
            <a:off x="4072128" y="0"/>
            <a:ext cx="270662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5650459-F1D6-356F-1BD0-28F741FD03A7}"/>
              </a:ext>
            </a:extLst>
          </p:cNvPr>
          <p:cNvSpPr/>
          <p:nvPr userDrawn="1"/>
        </p:nvSpPr>
        <p:spPr bwMode="hidden">
          <a:xfrm>
            <a:off x="6778752" y="0"/>
            <a:ext cx="2706624"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231D05A-0C4D-9AD2-7B54-AEC3D27C0526}"/>
              </a:ext>
            </a:extLst>
          </p:cNvPr>
          <p:cNvSpPr/>
          <p:nvPr userDrawn="1"/>
        </p:nvSpPr>
        <p:spPr bwMode="hidden">
          <a:xfrm>
            <a:off x="9485376" y="0"/>
            <a:ext cx="2706624" cy="6858000"/>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0">
            <a:extLst>
              <a:ext uri="{FF2B5EF4-FFF2-40B4-BE49-F238E27FC236}">
                <a16:creationId xmlns:a16="http://schemas.microsoft.com/office/drawing/2014/main" id="{B88CC021-CDD2-6418-1ADC-6959FDAC120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7" name="Content Placeholder 22">
            <a:extLst>
              <a:ext uri="{FF2B5EF4-FFF2-40B4-BE49-F238E27FC236}">
                <a16:creationId xmlns:a16="http://schemas.microsoft.com/office/drawing/2014/main" id="{97E0F40B-B869-0C41-17E9-7CB4DEBBA384}"/>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39" name="Content Placeholder 38">
            <a:extLst>
              <a:ext uri="{FF2B5EF4-FFF2-40B4-BE49-F238E27FC236}">
                <a16:creationId xmlns:a16="http://schemas.microsoft.com/office/drawing/2014/main" id="{B8FB8A65-64DE-688C-A8C8-69259DE4ACFC}"/>
              </a:ext>
            </a:extLst>
          </p:cNvPr>
          <p:cNvSpPr>
            <a:spLocks noGrp="1"/>
          </p:cNvSpPr>
          <p:nvPr>
            <p:ph sz="quarter" idx="51"/>
          </p:nvPr>
        </p:nvSpPr>
        <p:spPr>
          <a:xfrm>
            <a:off x="4287584" y="2714626"/>
            <a:ext cx="1947672" cy="2727324"/>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Content Placeholder 40">
            <a:extLst>
              <a:ext uri="{FF2B5EF4-FFF2-40B4-BE49-F238E27FC236}">
                <a16:creationId xmlns:a16="http://schemas.microsoft.com/office/drawing/2014/main" id="{83F5807E-64D9-26C9-A052-A940055EC2EC}"/>
              </a:ext>
            </a:extLst>
          </p:cNvPr>
          <p:cNvSpPr>
            <a:spLocks noGrp="1"/>
          </p:cNvSpPr>
          <p:nvPr>
            <p:ph sz="quarter" idx="52"/>
          </p:nvPr>
        </p:nvSpPr>
        <p:spPr>
          <a:xfrm>
            <a:off x="6988240" y="2714625"/>
            <a:ext cx="1947672" cy="2727325"/>
          </a:xfrm>
        </p:spPr>
        <p:txBody>
          <a:bodyP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3" name="Content Placeholder 42">
            <a:extLst>
              <a:ext uri="{FF2B5EF4-FFF2-40B4-BE49-F238E27FC236}">
                <a16:creationId xmlns:a16="http://schemas.microsoft.com/office/drawing/2014/main" id="{D4223DE0-4467-4663-D8D2-667F2C64D3E3}"/>
              </a:ext>
            </a:extLst>
          </p:cNvPr>
          <p:cNvSpPr>
            <a:spLocks noGrp="1"/>
          </p:cNvSpPr>
          <p:nvPr>
            <p:ph sz="quarter" idx="53"/>
          </p:nvPr>
        </p:nvSpPr>
        <p:spPr>
          <a:xfrm>
            <a:off x="9694862" y="2714625"/>
            <a:ext cx="1943101" cy="2727325"/>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2" name="Title 6">
            <a:extLst>
              <a:ext uri="{FF2B5EF4-FFF2-40B4-BE49-F238E27FC236}">
                <a16:creationId xmlns:a16="http://schemas.microsoft.com/office/drawing/2014/main" id="{A89FE490-E7D7-201C-0720-BA02B4F4870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3" name="Text Placeholder 15">
            <a:extLst>
              <a:ext uri="{FF2B5EF4-FFF2-40B4-BE49-F238E27FC236}">
                <a16:creationId xmlns:a16="http://schemas.microsoft.com/office/drawing/2014/main" id="{396E7F2F-B56B-CEA9-9D31-122E703BDBE9}"/>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5" name="Freeform 5">
            <a:extLst>
              <a:ext uri="{FF2B5EF4-FFF2-40B4-BE49-F238E27FC236}">
                <a16:creationId xmlns:a16="http://schemas.microsoft.com/office/drawing/2014/main" id="{BFED345C-D399-29B7-D0B5-F9199E5BF1E1}"/>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407528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Left - Custom Columns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hidden">
          <a:xfrm>
            <a:off x="4059886" y="0"/>
            <a:ext cx="813211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10">
            <a:extLst>
              <a:ext uri="{FF2B5EF4-FFF2-40B4-BE49-F238E27FC236}">
                <a16:creationId xmlns:a16="http://schemas.microsoft.com/office/drawing/2014/main" id="{BAECEC3D-770F-7250-26AF-412E70DE9C76}"/>
              </a:ext>
            </a:extLst>
          </p:cNvPr>
          <p:cNvSpPr>
            <a:spLocks noGrp="1"/>
          </p:cNvSpPr>
          <p:nvPr>
            <p:ph type="ftr" sz="quarter" idx="33"/>
          </p:nvPr>
        </p:nvSpPr>
        <p:spPr/>
        <p:txBody>
          <a:bodyPr/>
          <a:lstStyle>
            <a:lvl1pPr>
              <a:defRPr>
                <a:solidFill>
                  <a:schemeClr val="bg1"/>
                </a:solidFill>
              </a:defRPr>
            </a:lvl1pPr>
          </a:lstStyle>
          <a:p>
            <a:endParaRPr lang="en-US"/>
          </a:p>
        </p:txBody>
      </p:sp>
      <p:sp>
        <p:nvSpPr>
          <p:cNvPr id="16" name="Slide Number Placeholder 15">
            <a:extLst>
              <a:ext uri="{FF2B5EF4-FFF2-40B4-BE49-F238E27FC236}">
                <a16:creationId xmlns:a16="http://schemas.microsoft.com/office/drawing/2014/main" id="{C768E3CA-EE05-5C0C-7FDE-235DD91067BA}"/>
              </a:ext>
            </a:extLst>
          </p:cNvPr>
          <p:cNvSpPr>
            <a:spLocks noGrp="1"/>
          </p:cNvSpPr>
          <p:nvPr>
            <p:ph type="sldNum" sz="quarter" idx="34"/>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31" name="Content Placeholder 30">
            <a:extLst>
              <a:ext uri="{FF2B5EF4-FFF2-40B4-BE49-F238E27FC236}">
                <a16:creationId xmlns:a16="http://schemas.microsoft.com/office/drawing/2014/main" id="{11D2A5E2-5CF6-5A53-7EC3-8225F0D7FD1E}"/>
              </a:ext>
            </a:extLst>
          </p:cNvPr>
          <p:cNvSpPr>
            <a:spLocks noGrp="1"/>
          </p:cNvSpPr>
          <p:nvPr>
            <p:ph sz="quarter" idx="49" hasCustomPrompt="1"/>
          </p:nvPr>
        </p:nvSpPr>
        <p:spPr>
          <a:xfrm>
            <a:off x="4781550" y="552448"/>
            <a:ext cx="2103120" cy="2057400"/>
          </a:xfrm>
        </p:spPr>
        <p:txBody>
          <a:bodyPr/>
          <a:lstStyle>
            <a:lvl1pPr>
              <a:defRPr sz="4800" b="1">
                <a:solidFill>
                  <a:schemeClr val="accent1"/>
                </a:solidFill>
                <a:latin typeface="+mj-lt"/>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00</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325EC07-DA2D-56D3-9A3C-C6F0509F3655}"/>
              </a:ext>
            </a:extLst>
          </p:cNvPr>
          <p:cNvSpPr>
            <a:spLocks noGrp="1"/>
          </p:cNvSpPr>
          <p:nvPr>
            <p:ph sz="quarter" idx="50" hasCustomPrompt="1"/>
          </p:nvPr>
        </p:nvSpPr>
        <p:spPr>
          <a:xfrm>
            <a:off x="7157707"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34DD913C-76A7-91A4-17C2-6A7974B58E09}"/>
              </a:ext>
            </a:extLst>
          </p:cNvPr>
          <p:cNvSpPr>
            <a:spLocks noGrp="1"/>
          </p:cNvSpPr>
          <p:nvPr>
            <p:ph sz="quarter" idx="51" hasCustomPrompt="1"/>
          </p:nvPr>
        </p:nvSpPr>
        <p:spPr>
          <a:xfrm>
            <a:off x="9533864" y="552449"/>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91F7FEDE-0C8C-BB6B-64FE-0D7DAA4C41CC}"/>
              </a:ext>
            </a:extLst>
          </p:cNvPr>
          <p:cNvSpPr>
            <a:spLocks noGrp="1"/>
          </p:cNvSpPr>
          <p:nvPr>
            <p:ph sz="quarter" idx="52" hasCustomPrompt="1"/>
          </p:nvPr>
        </p:nvSpPr>
        <p:spPr>
          <a:xfrm>
            <a:off x="4781550" y="3013075"/>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F341F831-D937-52AC-79EE-ED9B317A7A26}"/>
              </a:ext>
            </a:extLst>
          </p:cNvPr>
          <p:cNvSpPr>
            <a:spLocks noGrp="1"/>
          </p:cNvSpPr>
          <p:nvPr>
            <p:ph sz="quarter" idx="53" hasCustomPrompt="1"/>
          </p:nvPr>
        </p:nvSpPr>
        <p:spPr>
          <a:xfrm>
            <a:off x="7157707" y="3013074"/>
            <a:ext cx="2103120"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42" name="Content Placeholder 41">
            <a:extLst>
              <a:ext uri="{FF2B5EF4-FFF2-40B4-BE49-F238E27FC236}">
                <a16:creationId xmlns:a16="http://schemas.microsoft.com/office/drawing/2014/main" id="{34CDFFDE-72E2-952B-48CC-53250B995DFF}"/>
              </a:ext>
            </a:extLst>
          </p:cNvPr>
          <p:cNvSpPr>
            <a:spLocks noGrp="1"/>
          </p:cNvSpPr>
          <p:nvPr>
            <p:ph sz="quarter" idx="54" hasCustomPrompt="1"/>
          </p:nvPr>
        </p:nvSpPr>
        <p:spPr>
          <a:xfrm>
            <a:off x="9520599" y="3013074"/>
            <a:ext cx="2116385" cy="2057400"/>
          </a:xfrm>
        </p:spPr>
        <p:txBody>
          <a:bodyPr/>
          <a:lstStyle>
            <a:lvl1pPr>
              <a:defRPr lang="en-US" sz="4800" b="1" i="0" kern="1200" dirty="0" smtClean="0">
                <a:solidFill>
                  <a:schemeClr val="accent1"/>
                </a:solidFill>
                <a:latin typeface="+mj-lt"/>
                <a:ea typeface="GT America Regular" charset="0"/>
                <a:cs typeface="GT America Regular" charset="0"/>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marL="0" lvl="0" indent="0" algn="l" defTabSz="914400" rtl="0" eaLnBrk="1" latinLnBrk="0" hangingPunct="1">
              <a:lnSpc>
                <a:spcPct val="101000"/>
              </a:lnSpc>
              <a:spcBef>
                <a:spcPts val="0"/>
              </a:spcBef>
              <a:spcAft>
                <a:spcPts val="600"/>
              </a:spcAft>
              <a:buFont typeface="GT America Regular"/>
              <a:buNone/>
            </a:pPr>
            <a:r>
              <a:rPr lang="en-US"/>
              <a:t>00</a:t>
            </a:r>
          </a:p>
          <a:p>
            <a:pPr lvl="1"/>
            <a:r>
              <a:rPr lang="en-US"/>
              <a:t>Second level</a:t>
            </a:r>
          </a:p>
          <a:p>
            <a:pPr lvl="2"/>
            <a:r>
              <a:rPr lang="en-US"/>
              <a:t>Third level</a:t>
            </a:r>
          </a:p>
          <a:p>
            <a:pPr lvl="3"/>
            <a:r>
              <a:rPr lang="en-US"/>
              <a:t>Fourth level</a:t>
            </a:r>
          </a:p>
          <a:p>
            <a:pPr lvl="4"/>
            <a:r>
              <a:rPr lang="en-US"/>
              <a:t>Fifth level</a:t>
            </a:r>
          </a:p>
        </p:txBody>
      </p:sp>
      <p:sp>
        <p:nvSpPr>
          <p:cNvPr id="8" name="Content Placeholder 22">
            <a:extLst>
              <a:ext uri="{FF2B5EF4-FFF2-40B4-BE49-F238E27FC236}">
                <a16:creationId xmlns:a16="http://schemas.microsoft.com/office/drawing/2014/main" id="{C02129BC-D2F1-AF81-2823-6E740AF493D7}"/>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Text Placeholder 10">
            <a:extLst>
              <a:ext uri="{FF2B5EF4-FFF2-40B4-BE49-F238E27FC236}">
                <a16:creationId xmlns:a16="http://schemas.microsoft.com/office/drawing/2014/main" id="{3A93C570-0446-36E3-22F3-74B2BB477D5A}"/>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6" name="Title 6">
            <a:extLst>
              <a:ext uri="{FF2B5EF4-FFF2-40B4-BE49-F238E27FC236}">
                <a16:creationId xmlns:a16="http://schemas.microsoft.com/office/drawing/2014/main" id="{13B72EC4-4566-EC6B-A3BA-3F1FF6F53E3D}"/>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5" name="Text Placeholder 15">
            <a:extLst>
              <a:ext uri="{FF2B5EF4-FFF2-40B4-BE49-F238E27FC236}">
                <a16:creationId xmlns:a16="http://schemas.microsoft.com/office/drawing/2014/main" id="{B714B279-2E1C-B28A-E146-0BABC390A6C0}"/>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a:t>Click to add footnotes or disclaimer information</a:t>
            </a:r>
          </a:p>
        </p:txBody>
      </p:sp>
      <p:sp>
        <p:nvSpPr>
          <p:cNvPr id="7" name="Freeform 5">
            <a:extLst>
              <a:ext uri="{FF2B5EF4-FFF2-40B4-BE49-F238E27FC236}">
                <a16:creationId xmlns:a16="http://schemas.microsoft.com/office/drawing/2014/main" id="{93667A40-3C8E-53EB-754C-7A3CABAB415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307397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Column Left - Quadran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10A8DD4-AFB3-6A0D-E0DC-BE0C252106E0}"/>
              </a:ext>
            </a:extLst>
          </p:cNvPr>
          <p:cNvSpPr>
            <a:spLocks/>
          </p:cNvSpPr>
          <p:nvPr userDrawn="1"/>
        </p:nvSpPr>
        <p:spPr>
          <a:xfrm>
            <a:off x="4055115" y="-3224"/>
            <a:ext cx="8136885" cy="68612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DF7171D-56DB-60BD-88D4-7F7BF6A5CD65}"/>
              </a:ext>
            </a:extLst>
          </p:cNvPr>
          <p:cNvSpPr/>
          <p:nvPr userDrawn="1"/>
        </p:nvSpPr>
        <p:spPr>
          <a:xfrm>
            <a:off x="4055115" y="342900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166F2CC-C885-AE48-D625-8EF6963758F0}"/>
              </a:ext>
            </a:extLst>
          </p:cNvPr>
          <p:cNvSpPr/>
          <p:nvPr userDrawn="1"/>
        </p:nvSpPr>
        <p:spPr>
          <a:xfrm>
            <a:off x="8121341" y="0"/>
            <a:ext cx="4069080" cy="3429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19">
            <a:extLst>
              <a:ext uri="{FF2B5EF4-FFF2-40B4-BE49-F238E27FC236}">
                <a16:creationId xmlns:a16="http://schemas.microsoft.com/office/drawing/2014/main" id="{8C68C4CC-CEF3-3402-F640-B77CCA9E63E6}"/>
              </a:ext>
            </a:extLst>
          </p:cNvPr>
          <p:cNvSpPr>
            <a:spLocks noGrp="1"/>
          </p:cNvSpPr>
          <p:nvPr>
            <p:ph sz="quarter" idx="47" hasCustomPrompt="1"/>
          </p:nvPr>
        </p:nvSpPr>
        <p:spPr>
          <a:xfrm>
            <a:off x="4055115" y="-3223"/>
            <a:ext cx="4069080" cy="3429000"/>
          </a:xfrm>
          <a:noFill/>
        </p:spPr>
        <p:txBody>
          <a:bodyPr lIns="548640" tIns="0" rIns="548640" bIns="0" anchor="ctr"/>
          <a:lstStyle>
            <a:lvl1pPr>
              <a:defRPr b="1">
                <a:solidFill>
                  <a:schemeClr val="bg1"/>
                </a:solidFill>
              </a:defRPr>
            </a:lvl1pPr>
            <a:lvl2pPr>
              <a:defRPr>
                <a:solidFill>
                  <a:schemeClr val="bg1"/>
                </a:solidFill>
              </a:defRPr>
            </a:lvl2pPr>
            <a:lvl3pPr>
              <a:buClrTx/>
              <a:defRPr>
                <a:solidFill>
                  <a:schemeClr val="bg1"/>
                </a:solidFill>
              </a:defRPr>
            </a:lvl3pPr>
            <a:lvl4pPr>
              <a:defRPr>
                <a:solidFill>
                  <a:schemeClr val="bg1"/>
                </a:solidFill>
              </a:defRPr>
            </a:lvl4pPr>
            <a:lvl5pPr>
              <a:buClrTx/>
              <a:defRPr>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419B93D8-9F40-73DB-5A94-C874C8DAA5C6}"/>
              </a:ext>
            </a:extLst>
          </p:cNvPr>
          <p:cNvSpPr>
            <a:spLocks noGrp="1"/>
          </p:cNvSpPr>
          <p:nvPr>
            <p:ph sz="quarter" idx="48" hasCustomPrompt="1"/>
          </p:nvPr>
        </p:nvSpPr>
        <p:spPr>
          <a:xfrm>
            <a:off x="8496993" y="3747156"/>
            <a:ext cx="3320934" cy="2795912"/>
          </a:xfrm>
          <a:noFill/>
        </p:spPr>
        <p:txBody>
          <a:bodyPr lIns="548640" tIns="0" rIns="548640" bIns="0" anchor="ctr" anchorCtr="0"/>
          <a:lstStyle>
            <a:lvl1pPr>
              <a:defRPr b="1">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en-US"/>
              <a:t>Add a photo or chart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24">
            <a:extLst>
              <a:ext uri="{FF2B5EF4-FFF2-40B4-BE49-F238E27FC236}">
                <a16:creationId xmlns:a16="http://schemas.microsoft.com/office/drawing/2014/main" id="{F6249455-82E8-40E3-5DFB-873B422998AB}"/>
              </a:ext>
            </a:extLst>
          </p:cNvPr>
          <p:cNvSpPr>
            <a:spLocks noGrp="1"/>
          </p:cNvSpPr>
          <p:nvPr>
            <p:ph sz="quarter" idx="49" hasCustomPrompt="1"/>
          </p:nvPr>
        </p:nvSpPr>
        <p:spPr>
          <a:xfrm>
            <a:off x="4055115" y="342900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27" name="Content Placeholder 26">
            <a:extLst>
              <a:ext uri="{FF2B5EF4-FFF2-40B4-BE49-F238E27FC236}">
                <a16:creationId xmlns:a16="http://schemas.microsoft.com/office/drawing/2014/main" id="{6433A83F-D9D0-E3DD-A0A1-A356E73FBFB2}"/>
              </a:ext>
            </a:extLst>
          </p:cNvPr>
          <p:cNvSpPr>
            <a:spLocks noGrp="1"/>
          </p:cNvSpPr>
          <p:nvPr>
            <p:ph sz="quarter" idx="50" hasCustomPrompt="1"/>
          </p:nvPr>
        </p:nvSpPr>
        <p:spPr>
          <a:xfrm>
            <a:off x="8122920" y="0"/>
            <a:ext cx="4069080" cy="3429000"/>
          </a:xfrm>
          <a:noFill/>
        </p:spPr>
        <p:txBody>
          <a:bodyPr vert="horz" lIns="548640" tIns="0" rIns="548640" bIns="0" rtlCol="0" anchor="ctr">
            <a:noAutofit/>
          </a:bodyPr>
          <a:lstStyle>
            <a:lvl1pPr>
              <a:defRPr lang="en-US" sz="2100" b="1" dirty="0" smtClean="0">
                <a:solidFill>
                  <a:schemeClr val="bg1"/>
                </a:solidFill>
                <a:latin typeface="+mj-lt"/>
              </a:defRPr>
            </a:lvl1pPr>
            <a:lvl2pPr>
              <a:defRPr lang="en-US" dirty="0" smtClean="0">
                <a:solidFill>
                  <a:schemeClr val="bg1"/>
                </a:solidFill>
              </a:defRPr>
            </a:lvl2pPr>
            <a:lvl3pPr>
              <a:buClrTx/>
              <a:defRPr lang="en-US" dirty="0" smtClean="0">
                <a:solidFill>
                  <a:schemeClr val="bg1"/>
                </a:solidFill>
              </a:defRPr>
            </a:lvl3pPr>
            <a:lvl4pPr>
              <a:defRPr lang="en-US" dirty="0" smtClean="0">
                <a:solidFill>
                  <a:schemeClr val="bg1"/>
                </a:solidFill>
              </a:defRPr>
            </a:lvl4pPr>
            <a:lvl5pPr>
              <a:buClrTx/>
              <a:defRPr lang="en-US" dirty="0">
                <a:solidFill>
                  <a:schemeClr val="bg1"/>
                </a:solidFill>
              </a:defRPr>
            </a:lvl5pPr>
            <a:lvl6pPr marL="800100" indent="0">
              <a:buNone/>
              <a:defRPr>
                <a:solidFill>
                  <a:schemeClr val="bg1"/>
                </a:solidFill>
              </a:defRPr>
            </a:lvl6pPr>
            <a:lvl7pPr>
              <a:buClrTx/>
              <a:defRPr>
                <a:solidFill>
                  <a:schemeClr val="bg1"/>
                </a:solidFill>
              </a:defRPr>
            </a:lvl7pPr>
            <a:lvl8pPr>
              <a:defRPr>
                <a:solidFill>
                  <a:schemeClr val="bg1"/>
                </a:solidFill>
              </a:defRPr>
            </a:lvl8pPr>
            <a:lvl9pPr>
              <a:buClrTx/>
              <a:defRPr>
                <a:solidFill>
                  <a:schemeClr val="bg1"/>
                </a:solidFill>
              </a:defRPr>
            </a:lvl9pPr>
          </a:lstStyle>
          <a:p>
            <a:pPr lvl="0"/>
            <a:r>
              <a:rPr lang="en-US"/>
              <a:t>Quotes, text, or image</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2">
            <a:extLst>
              <a:ext uri="{FF2B5EF4-FFF2-40B4-BE49-F238E27FC236}">
                <a16:creationId xmlns:a16="http://schemas.microsoft.com/office/drawing/2014/main" id="{DDB00E5E-1D90-1933-197B-7CD62612CAD5}"/>
              </a:ext>
            </a:extLst>
          </p:cNvPr>
          <p:cNvSpPr>
            <a:spLocks noGrp="1"/>
          </p:cNvSpPr>
          <p:nvPr>
            <p:ph sz="quarter" idx="23"/>
          </p:nvPr>
        </p:nvSpPr>
        <p:spPr>
          <a:xfrm>
            <a:off x="546099" y="2714624"/>
            <a:ext cx="3310473"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7" name="Text Placeholder 10">
            <a:extLst>
              <a:ext uri="{FF2B5EF4-FFF2-40B4-BE49-F238E27FC236}">
                <a16:creationId xmlns:a16="http://schemas.microsoft.com/office/drawing/2014/main" id="{320E4C27-6840-3230-C8EB-57DAF73640B5}"/>
              </a:ext>
            </a:extLst>
          </p:cNvPr>
          <p:cNvSpPr>
            <a:spLocks noGrp="1"/>
          </p:cNvSpPr>
          <p:nvPr>
            <p:ph type="body" sz="quarter" idx="21"/>
          </p:nvPr>
        </p:nvSpPr>
        <p:spPr>
          <a:xfrm>
            <a:off x="546100" y="2041525"/>
            <a:ext cx="3310473" cy="564300"/>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8" name="Title 6">
            <a:extLst>
              <a:ext uri="{FF2B5EF4-FFF2-40B4-BE49-F238E27FC236}">
                <a16:creationId xmlns:a16="http://schemas.microsoft.com/office/drawing/2014/main" id="{1B379227-098B-CF21-C287-65FA32B3F932}"/>
              </a:ext>
            </a:extLst>
          </p:cNvPr>
          <p:cNvSpPr>
            <a:spLocks noGrp="1"/>
          </p:cNvSpPr>
          <p:nvPr>
            <p:ph type="title"/>
          </p:nvPr>
        </p:nvSpPr>
        <p:spPr>
          <a:xfrm>
            <a:off x="546100" y="552450"/>
            <a:ext cx="3300984" cy="1426604"/>
          </a:xfrm>
        </p:spPr>
        <p:txBody>
          <a:bodyPr rIns="182880"/>
          <a:lstStyle>
            <a:lvl1pPr>
              <a:defRPr b="1">
                <a:solidFill>
                  <a:schemeClr val="tx2"/>
                </a:solidFill>
              </a:defRPr>
            </a:lvl1pPr>
          </a:lstStyle>
          <a:p>
            <a:r>
              <a:rPr lang="en-US"/>
              <a:t>Click to edit Master title style</a:t>
            </a:r>
          </a:p>
        </p:txBody>
      </p:sp>
      <p:sp>
        <p:nvSpPr>
          <p:cNvPr id="6" name="Text Placeholder 15">
            <a:extLst>
              <a:ext uri="{FF2B5EF4-FFF2-40B4-BE49-F238E27FC236}">
                <a16:creationId xmlns:a16="http://schemas.microsoft.com/office/drawing/2014/main" id="{71F65CD9-23AF-27E9-3070-0D6BC927D59F}"/>
              </a:ext>
            </a:extLst>
          </p:cNvPr>
          <p:cNvSpPr>
            <a:spLocks noGrp="1"/>
          </p:cNvSpPr>
          <p:nvPr>
            <p:ph type="body" sz="quarter" idx="19" hasCustomPrompt="1"/>
          </p:nvPr>
        </p:nvSpPr>
        <p:spPr>
          <a:xfrm>
            <a:off x="546100" y="6019800"/>
            <a:ext cx="3310472"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9" name="Freeform 5">
            <a:extLst>
              <a:ext uri="{FF2B5EF4-FFF2-40B4-BE49-F238E27FC236}">
                <a16:creationId xmlns:a16="http://schemas.microsoft.com/office/drawing/2014/main" id="{586F1A35-FCC7-078E-FE8F-4BAAA2DC0706}"/>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2534686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 Column - Icons">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a:xfrm>
            <a:off x="546100" y="552450"/>
            <a:ext cx="11091861" cy="434975"/>
          </a:xfrm>
        </p:spPr>
        <p:txBody>
          <a:bodyPr/>
          <a:lstStyle>
            <a:lvl1pPr>
              <a:defRPr b="1">
                <a:solidFill>
                  <a:schemeClr val="tx2"/>
                </a:solidFill>
              </a:defRPr>
            </a:lvl1pPr>
          </a:lstStyle>
          <a:p>
            <a:r>
              <a:rPr lang="en-US"/>
              <a:t>Click to edit Master title style</a:t>
            </a:r>
          </a:p>
        </p:txBody>
      </p:sp>
      <p:sp>
        <p:nvSpPr>
          <p:cNvPr id="11" name="Text Placeholder 10">
            <a:extLst>
              <a:ext uri="{FF2B5EF4-FFF2-40B4-BE49-F238E27FC236}">
                <a16:creationId xmlns:a16="http://schemas.microsoft.com/office/drawing/2014/main" id="{5155D0AF-DC50-1231-8C20-9614D9642834}"/>
              </a:ext>
            </a:extLst>
          </p:cNvPr>
          <p:cNvSpPr>
            <a:spLocks noGrp="1"/>
          </p:cNvSpPr>
          <p:nvPr>
            <p:ph type="body" sz="quarter" idx="45"/>
          </p:nvPr>
        </p:nvSpPr>
        <p:spPr>
          <a:xfrm>
            <a:off x="546100" y="1127125"/>
            <a:ext cx="11091861"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3" name="Text Placeholder 15">
            <a:extLst>
              <a:ext uri="{FF2B5EF4-FFF2-40B4-BE49-F238E27FC236}">
                <a16:creationId xmlns:a16="http://schemas.microsoft.com/office/drawing/2014/main" id="{23EA351B-2744-2292-EA13-ECF616B5AF66}"/>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14" name="Content Placeholder 32">
            <a:extLst>
              <a:ext uri="{FF2B5EF4-FFF2-40B4-BE49-F238E27FC236}">
                <a16:creationId xmlns:a16="http://schemas.microsoft.com/office/drawing/2014/main" id="{739AFE11-1479-0079-CBFD-DE22CF1EF3D7}"/>
              </a:ext>
            </a:extLst>
          </p:cNvPr>
          <p:cNvSpPr>
            <a:spLocks noGrp="1"/>
          </p:cNvSpPr>
          <p:nvPr>
            <p:ph sz="quarter" idx="40"/>
          </p:nvPr>
        </p:nvSpPr>
        <p:spPr>
          <a:xfrm>
            <a:off x="546100" y="271541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A10D501-BB72-6F51-3E2C-9A5D9855D3B8}"/>
              </a:ext>
            </a:extLst>
          </p:cNvPr>
          <p:cNvSpPr>
            <a:spLocks noGrp="1"/>
          </p:cNvSpPr>
          <p:nvPr>
            <p:ph sz="quarter" idx="47"/>
          </p:nvPr>
        </p:nvSpPr>
        <p:spPr>
          <a:xfrm>
            <a:off x="2802335"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18" name="Content Placeholder 17">
            <a:extLst>
              <a:ext uri="{FF2B5EF4-FFF2-40B4-BE49-F238E27FC236}">
                <a16:creationId xmlns:a16="http://schemas.microsoft.com/office/drawing/2014/main" id="{DDF53402-575C-C10C-7E8E-6C99DEA94988}"/>
              </a:ext>
            </a:extLst>
          </p:cNvPr>
          <p:cNvSpPr>
            <a:spLocks noGrp="1"/>
          </p:cNvSpPr>
          <p:nvPr>
            <p:ph sz="quarter" idx="48"/>
          </p:nvPr>
        </p:nvSpPr>
        <p:spPr>
          <a:xfrm>
            <a:off x="5050632" y="2715417"/>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1" name="Content Placeholder 20">
            <a:extLst>
              <a:ext uri="{FF2B5EF4-FFF2-40B4-BE49-F238E27FC236}">
                <a16:creationId xmlns:a16="http://schemas.microsoft.com/office/drawing/2014/main" id="{B95D6E10-7BC7-5B48-5FC8-AA3FBBF31296}"/>
              </a:ext>
            </a:extLst>
          </p:cNvPr>
          <p:cNvSpPr>
            <a:spLocks noGrp="1"/>
          </p:cNvSpPr>
          <p:nvPr>
            <p:ph sz="quarter" idx="49"/>
          </p:nvPr>
        </p:nvSpPr>
        <p:spPr>
          <a:xfrm>
            <a:off x="7298927" y="2716608"/>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4" name="Content Placeholder 33">
            <a:extLst>
              <a:ext uri="{FF2B5EF4-FFF2-40B4-BE49-F238E27FC236}">
                <a16:creationId xmlns:a16="http://schemas.microsoft.com/office/drawing/2014/main" id="{35D3FA32-E657-445D-AFF1-5F98826EF595}"/>
              </a:ext>
            </a:extLst>
          </p:cNvPr>
          <p:cNvSpPr>
            <a:spLocks noGrp="1"/>
          </p:cNvSpPr>
          <p:nvPr>
            <p:ph sz="quarter" idx="50"/>
          </p:nvPr>
        </p:nvSpPr>
        <p:spPr>
          <a:xfrm>
            <a:off x="9547222" y="2714624"/>
            <a:ext cx="1828800" cy="315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3" name="Freeform 5">
            <a:extLst>
              <a:ext uri="{FF2B5EF4-FFF2-40B4-BE49-F238E27FC236}">
                <a16:creationId xmlns:a16="http://schemas.microsoft.com/office/drawing/2014/main" id="{22FC28BE-F8D7-09E1-22AB-690FA3B1A1C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8066633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Column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3429000"/>
          </a:xfrm>
          <a:solidFill>
            <a:schemeClr val="bg1">
              <a:lumMod val="65000"/>
            </a:schemeClr>
          </a:solidFill>
        </p:spPr>
        <p:txBody>
          <a:bodyPr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Title 11">
            <a:extLst>
              <a:ext uri="{FF2B5EF4-FFF2-40B4-BE49-F238E27FC236}">
                <a16:creationId xmlns:a16="http://schemas.microsoft.com/office/drawing/2014/main" id="{91874068-FCB3-3E67-FD8A-888858391AF4}"/>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89B32E50-9450-0A92-9772-59EA93C40AE7}"/>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4" name="Text Placeholder 15">
            <a:extLst>
              <a:ext uri="{FF2B5EF4-FFF2-40B4-BE49-F238E27FC236}">
                <a16:creationId xmlns:a16="http://schemas.microsoft.com/office/drawing/2014/main" id="{81B1CE43-1A7D-92BC-9BE0-98FB6FC0D573}"/>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15" name="Content Placeholder 32">
            <a:extLst>
              <a:ext uri="{FF2B5EF4-FFF2-40B4-BE49-F238E27FC236}">
                <a16:creationId xmlns:a16="http://schemas.microsoft.com/office/drawing/2014/main" id="{BA6EB3DD-394B-9F7E-9B89-633914C3BBFB}"/>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a:extLst>
              <a:ext uri="{FF2B5EF4-FFF2-40B4-BE49-F238E27FC236}">
                <a16:creationId xmlns:a16="http://schemas.microsoft.com/office/drawing/2014/main" id="{5BB03F0A-D74D-D67C-7DAC-CF0BD1A2F886}"/>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A4CFDEF4-9A06-FDBA-C4CA-F65EF5657C9A}"/>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Freeform 5">
            <a:extLst>
              <a:ext uri="{FF2B5EF4-FFF2-40B4-BE49-F238E27FC236}">
                <a16:creationId xmlns:a16="http://schemas.microsoft.com/office/drawing/2014/main" id="{A4E09009-98DF-85B9-79D6-B5C6BE79B1C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599278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Column - Photo Top/Icons">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0"/>
            <a:ext cx="12192000" cy="2570163"/>
          </a:xfrm>
          <a:solidFill>
            <a:schemeClr val="bg1">
              <a:lumMod val="65000"/>
            </a:schemeClr>
          </a:solidFill>
        </p:spPr>
        <p:txBody>
          <a:bodyPr tIns="54864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Title 3">
            <a:extLst>
              <a:ext uri="{FF2B5EF4-FFF2-40B4-BE49-F238E27FC236}">
                <a16:creationId xmlns:a16="http://schemas.microsoft.com/office/drawing/2014/main" id="{DBDE9691-3D56-DAA7-8818-1939ACD60B6C}"/>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6" name="Text Placeholder 10">
            <a:extLst>
              <a:ext uri="{FF2B5EF4-FFF2-40B4-BE49-F238E27FC236}">
                <a16:creationId xmlns:a16="http://schemas.microsoft.com/office/drawing/2014/main" id="{6805229E-B1FB-69C3-19F0-88C0E54FE8AD}"/>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8" name="Content Placeholder 32">
            <a:extLst>
              <a:ext uri="{FF2B5EF4-FFF2-40B4-BE49-F238E27FC236}">
                <a16:creationId xmlns:a16="http://schemas.microsoft.com/office/drawing/2014/main" id="{A987ED96-C80E-4781-0F7F-E940B58D1115}"/>
              </a:ext>
            </a:extLst>
          </p:cNvPr>
          <p:cNvSpPr>
            <a:spLocks noGrp="1"/>
          </p:cNvSpPr>
          <p:nvPr>
            <p:ph sz="quarter" idx="40"/>
          </p:nvPr>
        </p:nvSpPr>
        <p:spPr>
          <a:xfrm>
            <a:off x="546100" y="3984625"/>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5">
            <a:extLst>
              <a:ext uri="{FF2B5EF4-FFF2-40B4-BE49-F238E27FC236}">
                <a16:creationId xmlns:a16="http://schemas.microsoft.com/office/drawing/2014/main" id="{8E8CFD94-7258-5E47-4E33-9E574B7B0C33}"/>
              </a:ext>
            </a:extLst>
          </p:cNvPr>
          <p:cNvSpPr>
            <a:spLocks noGrp="1"/>
          </p:cNvSpPr>
          <p:nvPr>
            <p:ph sz="quarter" idx="47"/>
          </p:nvPr>
        </p:nvSpPr>
        <p:spPr>
          <a:xfrm>
            <a:off x="4328238"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0" name="Content Placeholder 17">
            <a:extLst>
              <a:ext uri="{FF2B5EF4-FFF2-40B4-BE49-F238E27FC236}">
                <a16:creationId xmlns:a16="http://schemas.microsoft.com/office/drawing/2014/main" id="{B9EFDEF9-B5E4-7A79-CE8B-DD409F6BDE1B}"/>
              </a:ext>
            </a:extLst>
          </p:cNvPr>
          <p:cNvSpPr>
            <a:spLocks noGrp="1"/>
          </p:cNvSpPr>
          <p:nvPr>
            <p:ph sz="quarter" idx="48"/>
          </p:nvPr>
        </p:nvSpPr>
        <p:spPr>
          <a:xfrm>
            <a:off x="8117522" y="3984624"/>
            <a:ext cx="3520440" cy="1882775"/>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a:p>
            <a:pPr marL="0" lvl="3" indent="0" algn="l" defTabSz="914400" rtl="0" eaLnBrk="1" latinLnBrk="0" hangingPunct="1">
              <a:lnSpc>
                <a:spcPct val="101000"/>
              </a:lnSpc>
              <a:spcBef>
                <a:spcPts val="0"/>
              </a:spcBef>
              <a:spcAft>
                <a:spcPts val="600"/>
              </a:spcAft>
              <a:buFont typeface="GT America Regular"/>
              <a:buNone/>
            </a:pPr>
            <a:r>
              <a:rPr lang="en-US"/>
              <a:t>Fourth level</a:t>
            </a:r>
          </a:p>
          <a:p>
            <a:pPr marL="0" lvl="4" indent="0" algn="l" defTabSz="914400" rtl="0" eaLnBrk="1" latinLnBrk="0" hangingPunct="1">
              <a:lnSpc>
                <a:spcPct val="101000"/>
              </a:lnSpc>
              <a:spcBef>
                <a:spcPts val="0"/>
              </a:spcBef>
              <a:spcAft>
                <a:spcPts val="600"/>
              </a:spcAft>
              <a:buFont typeface="GT America Regular"/>
              <a:buNone/>
            </a:pPr>
            <a:r>
              <a:rPr lang="en-US"/>
              <a:t>Fifth level</a:t>
            </a:r>
          </a:p>
        </p:txBody>
      </p:sp>
      <p:sp>
        <p:nvSpPr>
          <p:cNvPr id="2" name="Text Placeholder 15">
            <a:extLst>
              <a:ext uri="{FF2B5EF4-FFF2-40B4-BE49-F238E27FC236}">
                <a16:creationId xmlns:a16="http://schemas.microsoft.com/office/drawing/2014/main" id="{3D856A28-9B6E-E579-34D8-AD7CC03EA18D}"/>
              </a:ext>
            </a:extLst>
          </p:cNvPr>
          <p:cNvSpPr>
            <a:spLocks noGrp="1"/>
          </p:cNvSpPr>
          <p:nvPr>
            <p:ph type="body" sz="quarter" idx="19" hasCustomPrompt="1"/>
          </p:nvPr>
        </p:nvSpPr>
        <p:spPr>
          <a:xfrm>
            <a:off x="546099" y="6019800"/>
            <a:ext cx="6860541" cy="292100"/>
          </a:xfrm>
        </p:spPr>
        <p:txBody>
          <a:bodyPr anchor="b">
            <a:noAutofit/>
          </a:bodyPr>
          <a:lstStyle>
            <a:lvl1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marL="0" lvl="0" indent="0" algn="l" defTabSz="914400" rtl="0" eaLnBrk="1" latinLnBrk="0" hangingPunct="1">
              <a:lnSpc>
                <a:spcPct val="101000"/>
              </a:lnSpc>
              <a:spcBef>
                <a:spcPts val="0"/>
              </a:spcBef>
              <a:spcAft>
                <a:spcPts val="600"/>
              </a:spcAft>
              <a:buFont typeface="GT America Regular"/>
              <a:buNone/>
            </a:pPr>
            <a:r>
              <a:rPr lang="en-US" dirty="0"/>
              <a:t>Click to add footnotes or disclaimer information</a:t>
            </a:r>
          </a:p>
        </p:txBody>
      </p:sp>
      <p:sp>
        <p:nvSpPr>
          <p:cNvPr id="5" name="Freeform 5">
            <a:extLst>
              <a:ext uri="{FF2B5EF4-FFF2-40B4-BE49-F238E27FC236}">
                <a16:creationId xmlns:a16="http://schemas.microsoft.com/office/drawing/2014/main" id="{72C6C872-3D3A-684B-E907-A6014422EB5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4094563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x3 - Photo Top">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E85ED21-179E-C2B7-89F1-D4AD14EEDA9A}"/>
              </a:ext>
            </a:extLst>
          </p:cNvPr>
          <p:cNvSpPr>
            <a:spLocks noGrp="1" noChangeAspect="1"/>
          </p:cNvSpPr>
          <p:nvPr>
            <p:ph type="pic" sz="quarter" idx="13" hasCustomPrompt="1"/>
          </p:nvPr>
        </p:nvSpPr>
        <p:spPr>
          <a:xfrm>
            <a:off x="0" y="1"/>
            <a:ext cx="12192000" cy="1700212"/>
          </a:xfrm>
          <a:solidFill>
            <a:schemeClr val="bg1">
              <a:lumMod val="65000"/>
            </a:schemeClr>
          </a:solidFill>
        </p:spPr>
        <p:txBody>
          <a:bodyPr lIns="2560320" anchor="ctr"/>
          <a:lstStyle>
            <a:lvl1pPr algn="ctr">
              <a:defRPr>
                <a:solidFill>
                  <a:schemeClr val="bg1"/>
                </a:solidFill>
              </a:defRPr>
            </a:lvl1pPr>
          </a:lstStyle>
          <a:p>
            <a:r>
              <a:rPr lang="en-US"/>
              <a:t>Click to add picture</a:t>
            </a:r>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Title 3">
            <a:extLst>
              <a:ext uri="{FF2B5EF4-FFF2-40B4-BE49-F238E27FC236}">
                <a16:creationId xmlns:a16="http://schemas.microsoft.com/office/drawing/2014/main" id="{38E069FA-BCFF-0525-82A8-9D43A0F7FFAD}"/>
              </a:ext>
            </a:extLst>
          </p:cNvPr>
          <p:cNvSpPr>
            <a:spLocks noGrp="1"/>
          </p:cNvSpPr>
          <p:nvPr>
            <p:ph type="title"/>
          </p:nvPr>
        </p:nvSpPr>
        <p:spPr/>
        <p:txBody>
          <a:bodyPr/>
          <a:lstStyle>
            <a:lvl1pPr>
              <a:defRPr b="1">
                <a:solidFill>
                  <a:schemeClr val="bg1"/>
                </a:solidFill>
              </a:defRPr>
            </a:lvl1pPr>
          </a:lstStyle>
          <a:p>
            <a:r>
              <a:rPr lang="en-US"/>
              <a:t>Click to edit Master title style</a:t>
            </a:r>
          </a:p>
        </p:txBody>
      </p:sp>
      <p:sp>
        <p:nvSpPr>
          <p:cNvPr id="13" name="Text Placeholder 10">
            <a:extLst>
              <a:ext uri="{FF2B5EF4-FFF2-40B4-BE49-F238E27FC236}">
                <a16:creationId xmlns:a16="http://schemas.microsoft.com/office/drawing/2014/main" id="{310489FA-6FE3-5196-57BA-4C39CF6D97C9}"/>
              </a:ext>
            </a:extLst>
          </p:cNvPr>
          <p:cNvSpPr>
            <a:spLocks noGrp="1"/>
          </p:cNvSpPr>
          <p:nvPr>
            <p:ph type="body" sz="quarter" idx="45"/>
          </p:nvPr>
        </p:nvSpPr>
        <p:spPr>
          <a:xfrm>
            <a:off x="548640" y="1127125"/>
            <a:ext cx="5442585"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bg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bg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9BA8EFE1-927F-55D6-A4B0-B8DDF6AF954B}"/>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0" name="Content Placeholder 32">
            <a:extLst>
              <a:ext uri="{FF2B5EF4-FFF2-40B4-BE49-F238E27FC236}">
                <a16:creationId xmlns:a16="http://schemas.microsoft.com/office/drawing/2014/main" id="{0C04A2DB-44E7-1779-7153-66AE7C17B9DA}"/>
              </a:ext>
            </a:extLst>
          </p:cNvPr>
          <p:cNvSpPr>
            <a:spLocks noGrp="1"/>
          </p:cNvSpPr>
          <p:nvPr>
            <p:ph sz="quarter" idx="49"/>
          </p:nvPr>
        </p:nvSpPr>
        <p:spPr>
          <a:xfrm>
            <a:off x="546100"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lvl="0"/>
            <a:r>
              <a:rPr lang="en-US"/>
              <a:t>Click to edit Master text styles</a:t>
            </a:r>
          </a:p>
          <a:p>
            <a:pPr lvl="1"/>
            <a:r>
              <a:rPr lang="en-US"/>
              <a:t>Second level</a:t>
            </a:r>
          </a:p>
          <a:p>
            <a:pPr lvl="2"/>
            <a:r>
              <a:rPr lang="en-US"/>
              <a:t>Third level</a:t>
            </a:r>
          </a:p>
        </p:txBody>
      </p:sp>
      <p:sp>
        <p:nvSpPr>
          <p:cNvPr id="24" name="Content Placeholder 15">
            <a:extLst>
              <a:ext uri="{FF2B5EF4-FFF2-40B4-BE49-F238E27FC236}">
                <a16:creationId xmlns:a16="http://schemas.microsoft.com/office/drawing/2014/main" id="{CF9DFE53-830B-1A4C-F472-E0E7B9624139}"/>
              </a:ext>
            </a:extLst>
          </p:cNvPr>
          <p:cNvSpPr>
            <a:spLocks noGrp="1"/>
          </p:cNvSpPr>
          <p:nvPr>
            <p:ph sz="quarter" idx="50"/>
          </p:nvPr>
        </p:nvSpPr>
        <p:spPr>
          <a:xfrm>
            <a:off x="4335779" y="2847975"/>
            <a:ext cx="3520440" cy="990598"/>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5" name="Content Placeholder 17">
            <a:extLst>
              <a:ext uri="{FF2B5EF4-FFF2-40B4-BE49-F238E27FC236}">
                <a16:creationId xmlns:a16="http://schemas.microsoft.com/office/drawing/2014/main" id="{9C6C9551-6B74-0885-811D-B5B985D52982}"/>
              </a:ext>
            </a:extLst>
          </p:cNvPr>
          <p:cNvSpPr>
            <a:spLocks noGrp="1"/>
          </p:cNvSpPr>
          <p:nvPr>
            <p:ph sz="quarter" idx="51"/>
          </p:nvPr>
        </p:nvSpPr>
        <p:spPr>
          <a:xfrm>
            <a:off x="8125460" y="2847975"/>
            <a:ext cx="3520440" cy="9906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6" name="Content Placeholder 20">
            <a:extLst>
              <a:ext uri="{FF2B5EF4-FFF2-40B4-BE49-F238E27FC236}">
                <a16:creationId xmlns:a16="http://schemas.microsoft.com/office/drawing/2014/main" id="{2A0BC643-D0E4-E606-F236-457295E113C5}"/>
              </a:ext>
            </a:extLst>
          </p:cNvPr>
          <p:cNvSpPr>
            <a:spLocks noGrp="1"/>
          </p:cNvSpPr>
          <p:nvPr>
            <p:ph sz="quarter" idx="52"/>
          </p:nvPr>
        </p:nvSpPr>
        <p:spPr>
          <a:xfrm>
            <a:off x="546100" y="4942256"/>
            <a:ext cx="3529172"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7" name="Content Placeholder 33">
            <a:extLst>
              <a:ext uri="{FF2B5EF4-FFF2-40B4-BE49-F238E27FC236}">
                <a16:creationId xmlns:a16="http://schemas.microsoft.com/office/drawing/2014/main" id="{A2615C15-0FEC-C591-F37F-CCD2AAD8F80C}"/>
              </a:ext>
            </a:extLst>
          </p:cNvPr>
          <p:cNvSpPr>
            <a:spLocks noGrp="1"/>
          </p:cNvSpPr>
          <p:nvPr>
            <p:ph sz="quarter" idx="53"/>
          </p:nvPr>
        </p:nvSpPr>
        <p:spPr>
          <a:xfrm>
            <a:off x="4335779" y="4942257"/>
            <a:ext cx="3520440" cy="1015999"/>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9" name="Content Placeholder 28">
            <a:extLst>
              <a:ext uri="{FF2B5EF4-FFF2-40B4-BE49-F238E27FC236}">
                <a16:creationId xmlns:a16="http://schemas.microsoft.com/office/drawing/2014/main" id="{9C9DFC81-DE9E-FF0E-B59B-9F9419556889}"/>
              </a:ext>
            </a:extLst>
          </p:cNvPr>
          <p:cNvSpPr>
            <a:spLocks noGrp="1"/>
          </p:cNvSpPr>
          <p:nvPr>
            <p:ph sz="quarter" idx="54"/>
          </p:nvPr>
        </p:nvSpPr>
        <p:spPr>
          <a:xfrm>
            <a:off x="8116726" y="4942256"/>
            <a:ext cx="3521237" cy="1016000"/>
          </a:xfrm>
        </p:spPr>
        <p:txBody>
          <a:bodyPr/>
          <a:lstStyle>
            <a:lvl1pPr>
              <a:defRPr lang="en-US" sz="2000" b="1" i="0" kern="1200" dirty="0" smtClean="0">
                <a:solidFill>
                  <a:schemeClr val="tx2"/>
                </a:solidFill>
                <a:latin typeface="+mj-lt"/>
                <a:ea typeface="GT America Regular" charset="0"/>
                <a:cs typeface="GT America Regular" charset="0"/>
              </a:defRPr>
            </a:lvl1pPr>
          </a:lstStyle>
          <a:p>
            <a:pPr marL="0" lvl="0" indent="0" algn="l" defTabSz="914400" rtl="0" eaLnBrk="1" latinLnBrk="0" hangingPunct="1">
              <a:lnSpc>
                <a:spcPct val="101000"/>
              </a:lnSpc>
              <a:spcBef>
                <a:spcPts val="0"/>
              </a:spcBef>
              <a:spcAft>
                <a:spcPts val="600"/>
              </a:spcAft>
              <a:buFont typeface="GT America Regular"/>
              <a:buNone/>
            </a:pPr>
            <a:r>
              <a:rPr lang="en-US"/>
              <a:t>Click to edit Master text styles</a:t>
            </a:r>
          </a:p>
          <a:p>
            <a:pPr marL="0" lvl="1" indent="0" algn="l" defTabSz="914400" rtl="0" eaLnBrk="1" latinLnBrk="0" hangingPunct="1">
              <a:lnSpc>
                <a:spcPct val="101000"/>
              </a:lnSpc>
              <a:spcBef>
                <a:spcPts val="0"/>
              </a:spcBef>
              <a:spcAft>
                <a:spcPts val="600"/>
              </a:spcAft>
              <a:buFont typeface="GT America Regular"/>
              <a:buNone/>
            </a:pPr>
            <a:r>
              <a:rPr lang="en-US"/>
              <a:t>Second level</a:t>
            </a:r>
          </a:p>
          <a:p>
            <a:pPr marL="0" lvl="2" indent="0" algn="l" defTabSz="914400" rtl="0" eaLnBrk="1" latinLnBrk="0" hangingPunct="1">
              <a:lnSpc>
                <a:spcPct val="101000"/>
              </a:lnSpc>
              <a:spcBef>
                <a:spcPts val="0"/>
              </a:spcBef>
              <a:spcAft>
                <a:spcPts val="600"/>
              </a:spcAft>
              <a:buFont typeface="GT America Regular"/>
              <a:buNone/>
            </a:pPr>
            <a:r>
              <a:rPr lang="en-US"/>
              <a:t>Third level</a:t>
            </a:r>
          </a:p>
        </p:txBody>
      </p:sp>
      <p:sp>
        <p:nvSpPr>
          <p:cNvPr id="2" name="Freeform 5">
            <a:extLst>
              <a:ext uri="{FF2B5EF4-FFF2-40B4-BE49-F238E27FC236}">
                <a16:creationId xmlns:a16="http://schemas.microsoft.com/office/drawing/2014/main" id="{B8FAB545-20D3-B544-2110-57A5CE4B0C6D}"/>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8208378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Freeform 5">
            <a:extLst>
              <a:ext uri="{FF2B5EF4-FFF2-40B4-BE49-F238E27FC236}">
                <a16:creationId xmlns:a16="http://schemas.microsoft.com/office/drawing/2014/main" id="{389CF949-356F-DAE1-321E-1CAE04873A6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15490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Only - Dark mode">
    <p:bg>
      <p:bgPr>
        <a:solidFill>
          <a:schemeClr val="tx2"/>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0" y="552450"/>
            <a:ext cx="11091861" cy="434975"/>
          </a:xfrm>
        </p:spPr>
        <p:txBody>
          <a:bodyPr/>
          <a:lstStyle>
            <a:lvl1pPr>
              <a:defRPr b="1">
                <a:solidFill>
                  <a:schemeClr val="bg1"/>
                </a:solidFill>
              </a:defRPr>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p:nvPr>
        </p:nvSpPr>
        <p:spPr>
          <a:xfrm>
            <a:off x="546100" y="1127125"/>
            <a:ext cx="1109186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5445125"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chemeClr val="bg1"/>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Freeform 5">
            <a:extLst>
              <a:ext uri="{FF2B5EF4-FFF2-40B4-BE49-F238E27FC236}">
                <a16:creationId xmlns:a16="http://schemas.microsoft.com/office/drawing/2014/main" id="{941D8C29-5EB8-6E4E-550A-C6874AEEF1A9}"/>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7826989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 2/3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Title 8">
            <a:extLst>
              <a:ext uri="{FF2B5EF4-FFF2-40B4-BE49-F238E27FC236}">
                <a16:creationId xmlns:a16="http://schemas.microsoft.com/office/drawing/2014/main" id="{E812AC54-ED95-2411-5933-F69B13AD9D5C}"/>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80AA0A29-18D9-940B-268C-735EF5D18A66}"/>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BABC2FA7-81C1-3BC7-A0F0-8076B900E40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5215706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 2/3 - Content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58A6F4-B333-A552-568A-94CF983B89AB}"/>
              </a:ext>
            </a:extLst>
          </p:cNvPr>
          <p:cNvSpPr/>
          <p:nvPr userDrawn="1"/>
        </p:nvSpPr>
        <p:spPr>
          <a:xfrm>
            <a:off x="4060168" y="0"/>
            <a:ext cx="8131831"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lvl1pPr>
              <a:defRPr>
                <a:solidFill>
                  <a:schemeClr val="bg1"/>
                </a:solidFill>
              </a:defRPr>
            </a:lvl1pPr>
          </a:lstStyle>
          <a:p>
            <a:fld id="{862A5111-985B-C14D-9115-5787026182A8}" type="slidenum">
              <a:rPr lang="en-US" smtClean="0"/>
              <a:pPr/>
              <a:t>‹#›</a:t>
            </a:fld>
            <a:endParaRPr lang="en-US"/>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1" y="6019800"/>
            <a:ext cx="3349252"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Title 8">
            <a:extLst>
              <a:ext uri="{FF2B5EF4-FFF2-40B4-BE49-F238E27FC236}">
                <a16:creationId xmlns:a16="http://schemas.microsoft.com/office/drawing/2014/main" id="{0B98E3BC-5A9C-AE33-23C8-01AF7F3A29AB}"/>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7" name="Text Placeholder 10">
            <a:extLst>
              <a:ext uri="{FF2B5EF4-FFF2-40B4-BE49-F238E27FC236}">
                <a16:creationId xmlns:a16="http://schemas.microsoft.com/office/drawing/2014/main" id="{5D807125-9903-2D66-5655-9DD47C9B949A}"/>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8" name="Freeform 5">
            <a:extLst>
              <a:ext uri="{FF2B5EF4-FFF2-40B4-BE49-F238E27FC236}">
                <a16:creationId xmlns:a16="http://schemas.microsoft.com/office/drawing/2014/main" id="{F9E56318-7097-5BB0-FD06-D94DAE2E7E7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41975696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 3/4 slide">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D45E11-31A5-E3FC-391B-2853581FD0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01F7DF-30E1-D713-9FFA-757E3563DACB}"/>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9" name="Title 8">
            <a:extLst>
              <a:ext uri="{FF2B5EF4-FFF2-40B4-BE49-F238E27FC236}">
                <a16:creationId xmlns:a16="http://schemas.microsoft.com/office/drawing/2014/main" id="{32664483-5AC8-0F16-9C46-37836889B6E9}"/>
              </a:ext>
            </a:extLst>
          </p:cNvPr>
          <p:cNvSpPr>
            <a:spLocks noGrp="1"/>
          </p:cNvSpPr>
          <p:nvPr>
            <p:ph type="title"/>
          </p:nvPr>
        </p:nvSpPr>
        <p:spPr>
          <a:xfrm>
            <a:off x="546101" y="552450"/>
            <a:ext cx="3346704" cy="928909"/>
          </a:xfrm>
        </p:spPr>
        <p:txBody>
          <a:bodyPr>
            <a:spAutoFit/>
          </a:bodyPr>
          <a:lstStyle>
            <a:lvl1pPr algn="l">
              <a:defRPr b="1"/>
            </a:lvl1pPr>
          </a:lstStyle>
          <a:p>
            <a:r>
              <a:rPr lang="en-US"/>
              <a:t>Click to edit Master title style</a:t>
            </a:r>
          </a:p>
        </p:txBody>
      </p:sp>
      <p:sp>
        <p:nvSpPr>
          <p:cNvPr id="14" name="Text Placeholder 10">
            <a:extLst>
              <a:ext uri="{FF2B5EF4-FFF2-40B4-BE49-F238E27FC236}">
                <a16:creationId xmlns:a16="http://schemas.microsoft.com/office/drawing/2014/main" id="{8D27C407-E192-03E9-638A-6586423552D1}"/>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15" name="Text Placeholder 15">
            <a:extLst>
              <a:ext uri="{FF2B5EF4-FFF2-40B4-BE49-F238E27FC236}">
                <a16:creationId xmlns:a16="http://schemas.microsoft.com/office/drawing/2014/main" id="{00C9B1A6-9BEE-5CDA-ABBB-81C99443866D}"/>
              </a:ext>
            </a:extLst>
          </p:cNvPr>
          <p:cNvSpPr>
            <a:spLocks noGrp="1"/>
          </p:cNvSpPr>
          <p:nvPr>
            <p:ph type="body" sz="quarter" idx="46" hasCustomPrompt="1"/>
          </p:nvPr>
        </p:nvSpPr>
        <p:spPr>
          <a:xfrm>
            <a:off x="546100" y="6019800"/>
            <a:ext cx="3346704" cy="289560"/>
          </a:xfrm>
        </p:spPr>
        <p:txBody>
          <a:bodyPr anchor="b" anchorCtr="0">
            <a:noAutofit/>
          </a:bodyPr>
          <a:lstStyle>
            <a:lvl1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1pPr>
            <a:lvl2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2pPr>
            <a:lvl3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3pPr>
            <a:lvl4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4pPr>
            <a:lvl5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5pPr>
            <a:lvl6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6pPr>
            <a:lvl7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7pPr>
            <a:lvl8pPr marL="0" indent="0" algn="l" defTabSz="914400" rtl="0" eaLnBrk="1" latinLnBrk="0" hangingPunct="1">
              <a:lnSpc>
                <a:spcPct val="101000"/>
              </a:lnSpc>
              <a:spcBef>
                <a:spcPts val="0"/>
              </a:spcBef>
              <a:spcAft>
                <a:spcPts val="600"/>
              </a:spcAft>
              <a:buNone/>
              <a:defRPr lang="en-US" sz="600" b="0" i="0" kern="1200" dirty="0" smtClean="0">
                <a:solidFill>
                  <a:srgbClr val="75787B"/>
                </a:solidFill>
                <a:latin typeface="+mn-lt"/>
                <a:ea typeface="GT America Regular" charset="0"/>
                <a:cs typeface="GT America Regular" charset="0"/>
              </a:defRPr>
            </a:lvl8pPr>
            <a:lvl9pPr marL="0" indent="0" algn="l" defTabSz="914400" rtl="0" eaLnBrk="1" latinLnBrk="0" hangingPunct="1">
              <a:lnSpc>
                <a:spcPct val="101000"/>
              </a:lnSpc>
              <a:spcBef>
                <a:spcPts val="0"/>
              </a:spcBef>
              <a:spcAft>
                <a:spcPts val="600"/>
              </a:spcAft>
              <a:buNone/>
              <a:defRPr lang="en-US" sz="600" b="0" i="0" kern="1200" dirty="0">
                <a:solidFill>
                  <a:srgbClr val="75787B"/>
                </a:solidFill>
                <a:latin typeface="+mn-lt"/>
                <a:ea typeface="GT America Regular" charset="0"/>
                <a:cs typeface="GT America Regular" charset="0"/>
              </a:defRPr>
            </a:lvl9pPr>
          </a:lstStyle>
          <a:p>
            <a:pPr lvl="0"/>
            <a:r>
              <a:rPr lang="en-US" dirty="0"/>
              <a:t>Click to add footnotes or disclaimer information</a:t>
            </a:r>
          </a:p>
        </p:txBody>
      </p:sp>
      <p:sp>
        <p:nvSpPr>
          <p:cNvPr id="2" name="Freeform 5">
            <a:extLst>
              <a:ext uri="{FF2B5EF4-FFF2-40B4-BE49-F238E27FC236}">
                <a16:creationId xmlns:a16="http://schemas.microsoft.com/office/drawing/2014/main" id="{CEA39134-5463-1F32-F31E-FFFCADB24AB9}"/>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0523749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Freeform">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A2D3CD-1E43-5FCD-B998-8E7207DE69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F73C99-4E9B-1728-FFD7-DFD7DC5AF7B7}"/>
              </a:ext>
            </a:extLst>
          </p:cNvPr>
          <p:cNvSpPr>
            <a:spLocks noGrp="1"/>
          </p:cNvSpPr>
          <p:nvPr>
            <p:ph type="sldNum" sz="quarter" idx="12"/>
          </p:nvPr>
        </p:nvSpPr>
        <p:spPr/>
        <p:txBody>
          <a:bodyPr/>
          <a:lstStyle/>
          <a:p>
            <a:fld id="{862A5111-985B-C14D-9115-5787026182A8}" type="slidenum">
              <a:rPr lang="en-US" smtClean="0"/>
              <a:t>‹#›</a:t>
            </a:fld>
            <a:endParaRPr lang="en-US"/>
          </a:p>
        </p:txBody>
      </p:sp>
      <p:sp>
        <p:nvSpPr>
          <p:cNvPr id="5" name="Freeform 5">
            <a:extLst>
              <a:ext uri="{FF2B5EF4-FFF2-40B4-BE49-F238E27FC236}">
                <a16:creationId xmlns:a16="http://schemas.microsoft.com/office/drawing/2014/main" id="{D8BCFD94-9CA1-138D-D193-287045DB0C27}"/>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09235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act Sheet 4-up">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C42E88-6CA5-D615-F095-E179BC98BD17}"/>
              </a:ext>
            </a:extLst>
          </p:cNvPr>
          <p:cNvSpPr/>
          <p:nvPr userDrawn="1"/>
        </p:nvSpPr>
        <p:spPr bwMode="ltGray">
          <a:xfrm>
            <a:off x="2029968" y="987425"/>
            <a:ext cx="2029968" cy="587057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2" name="Rectangle 11">
            <a:extLst>
              <a:ext uri="{FF2B5EF4-FFF2-40B4-BE49-F238E27FC236}">
                <a16:creationId xmlns:a16="http://schemas.microsoft.com/office/drawing/2014/main" id="{34E1A2AF-0ED4-BF22-E0B5-072609F36CD0}"/>
              </a:ext>
            </a:extLst>
          </p:cNvPr>
          <p:cNvSpPr/>
          <p:nvPr userDrawn="1"/>
        </p:nvSpPr>
        <p:spPr bwMode="ltGray">
          <a:xfrm>
            <a:off x="0" y="0"/>
            <a:ext cx="2030571" cy="55864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icture Placeholder 9">
            <a:extLst>
              <a:ext uri="{FF2B5EF4-FFF2-40B4-BE49-F238E27FC236}">
                <a16:creationId xmlns:a16="http://schemas.microsoft.com/office/drawing/2014/main" id="{9E00C7D1-33B8-8C13-3170-53723F9DC775}"/>
              </a:ext>
            </a:extLst>
          </p:cNvPr>
          <p:cNvSpPr>
            <a:spLocks noGrp="1"/>
          </p:cNvSpPr>
          <p:nvPr>
            <p:ph type="pic" sz="quarter" idx="29" hasCustomPrompt="1"/>
          </p:nvPr>
        </p:nvSpPr>
        <p:spPr>
          <a:xfrm>
            <a:off x="-1" y="3984625"/>
            <a:ext cx="2025945"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6" name="Rectangle 5">
            <a:extLst>
              <a:ext uri="{FF2B5EF4-FFF2-40B4-BE49-F238E27FC236}">
                <a16:creationId xmlns:a16="http://schemas.microsoft.com/office/drawing/2014/main" id="{DB4AF1C6-2110-AD3D-E932-BB93094FDE3E}"/>
              </a:ext>
            </a:extLst>
          </p:cNvPr>
          <p:cNvSpPr/>
          <p:nvPr userDrawn="1"/>
        </p:nvSpPr>
        <p:spPr bwMode="ltGray">
          <a:xfrm>
            <a:off x="4059936" y="1"/>
            <a:ext cx="2030571" cy="4419599"/>
          </a:xfrm>
          <a:prstGeom prst="rect">
            <a:avLst/>
          </a:prstGeom>
          <a:solidFill>
            <a:srgbClr val="F0F0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FC37276-E616-FBAF-DF1A-61E3D82969B3}"/>
              </a:ext>
            </a:extLst>
          </p:cNvPr>
          <p:cNvSpPr/>
          <p:nvPr userDrawn="1"/>
        </p:nvSpPr>
        <p:spPr bwMode="ltGray">
          <a:xfrm>
            <a:off x="6089904" y="2146300"/>
            <a:ext cx="2030571" cy="47117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icture Placeholder 9">
            <a:extLst>
              <a:ext uri="{FF2B5EF4-FFF2-40B4-BE49-F238E27FC236}">
                <a16:creationId xmlns:a16="http://schemas.microsoft.com/office/drawing/2014/main" id="{6D983F6C-257C-6C67-6EC3-EBCA44E1E447}"/>
              </a:ext>
            </a:extLst>
          </p:cNvPr>
          <p:cNvSpPr>
            <a:spLocks noGrp="1"/>
          </p:cNvSpPr>
          <p:nvPr>
            <p:ph type="pic" sz="quarter" idx="34" hasCustomPrompt="1"/>
          </p:nvPr>
        </p:nvSpPr>
        <p:spPr>
          <a:xfrm>
            <a:off x="2029968" y="5256211"/>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B30A2EA1-9831-326D-A8C1-2D549EB4933B}"/>
              </a:ext>
            </a:extLst>
          </p:cNvPr>
          <p:cNvSpPr>
            <a:spLocks noGrp="1"/>
          </p:cNvSpPr>
          <p:nvPr>
            <p:ph type="pic" sz="quarter" idx="35" hasCustomPrompt="1"/>
          </p:nvPr>
        </p:nvSpPr>
        <p:spPr>
          <a:xfrm>
            <a:off x="4059936" y="2817812"/>
            <a:ext cx="2029968" cy="1601788"/>
          </a:xfrm>
          <a:noFill/>
          <a:ln>
            <a:noFill/>
          </a:ln>
        </p:spPr>
        <p:txBody>
          <a:bodyPr bIns="731520" anchor="ctr"/>
          <a:lstStyle>
            <a:lvl1pPr algn="ctr">
              <a:defRPr>
                <a:solidFill>
                  <a:schemeClr val="tx1"/>
                </a:solidFill>
                <a:latin typeface="+mn-lt"/>
              </a:defRPr>
            </a:lvl1pPr>
          </a:lstStyle>
          <a:p>
            <a:r>
              <a:rPr lang="en-US"/>
              <a:t>Silhouette</a:t>
            </a:r>
            <a:br>
              <a:rPr lang="en-US"/>
            </a:br>
            <a:r>
              <a:rPr lang="en-US"/>
              <a:t>portrait</a:t>
            </a:r>
          </a:p>
        </p:txBody>
      </p:sp>
      <p:sp>
        <p:nvSpPr>
          <p:cNvPr id="27" name="Picture Placeholder 9">
            <a:extLst>
              <a:ext uri="{FF2B5EF4-FFF2-40B4-BE49-F238E27FC236}">
                <a16:creationId xmlns:a16="http://schemas.microsoft.com/office/drawing/2014/main" id="{788C71B0-0D1B-0F88-EE68-676FD8926F88}"/>
              </a:ext>
            </a:extLst>
          </p:cNvPr>
          <p:cNvSpPr>
            <a:spLocks noGrp="1"/>
          </p:cNvSpPr>
          <p:nvPr>
            <p:ph type="pic" sz="quarter" idx="36" hasCustomPrompt="1"/>
          </p:nvPr>
        </p:nvSpPr>
        <p:spPr>
          <a:xfrm>
            <a:off x="6089904" y="5225465"/>
            <a:ext cx="2029968" cy="1601788"/>
          </a:xfrm>
          <a:noFill/>
          <a:ln>
            <a:noFill/>
          </a:ln>
        </p:spPr>
        <p:txBody>
          <a:bodyPr bIns="731520" anchor="ctr"/>
          <a:lstStyle>
            <a:lvl1pPr algn="ctr">
              <a:defRPr>
                <a:solidFill>
                  <a:schemeClr val="bg1"/>
                </a:solidFill>
                <a:latin typeface="+mn-lt"/>
              </a:defRPr>
            </a:lvl1pPr>
          </a:lstStyle>
          <a:p>
            <a:r>
              <a:rPr lang="en-US"/>
              <a:t>Silhouette</a:t>
            </a:r>
            <a:br>
              <a:rPr lang="en-US"/>
            </a:br>
            <a:r>
              <a:rPr lang="en-US"/>
              <a:t>portrait</a:t>
            </a:r>
          </a:p>
        </p:txBody>
      </p:sp>
      <p:sp>
        <p:nvSpPr>
          <p:cNvPr id="7" name="Title 6">
            <a:extLst>
              <a:ext uri="{FF2B5EF4-FFF2-40B4-BE49-F238E27FC236}">
                <a16:creationId xmlns:a16="http://schemas.microsoft.com/office/drawing/2014/main" id="{4E7DFA94-D58E-B043-9748-F5C033A80605}"/>
              </a:ext>
            </a:extLst>
          </p:cNvPr>
          <p:cNvSpPr>
            <a:spLocks noGrp="1"/>
          </p:cNvSpPr>
          <p:nvPr>
            <p:ph type="title"/>
          </p:nvPr>
        </p:nvSpPr>
        <p:spPr>
          <a:xfrm>
            <a:off x="7600950" y="548640"/>
            <a:ext cx="4044155" cy="873760"/>
          </a:xfrm>
        </p:spPr>
        <p:txBody>
          <a:bodyPr/>
          <a:lstStyle>
            <a:lvl1pPr>
              <a:defRPr b="1"/>
            </a:lvl1pPr>
          </a:lstStyle>
          <a:p>
            <a:r>
              <a:rPr lang="en-US"/>
              <a:t>Click to edit Master title style</a:t>
            </a:r>
          </a:p>
        </p:txBody>
      </p:sp>
      <p:sp>
        <p:nvSpPr>
          <p:cNvPr id="20" name="Text Placeholder 19">
            <a:extLst>
              <a:ext uri="{FF2B5EF4-FFF2-40B4-BE49-F238E27FC236}">
                <a16:creationId xmlns:a16="http://schemas.microsoft.com/office/drawing/2014/main" id="{FA57E2A5-07A4-7598-0417-7BDD1699473D}"/>
              </a:ext>
            </a:extLst>
          </p:cNvPr>
          <p:cNvSpPr>
            <a:spLocks noGrp="1"/>
          </p:cNvSpPr>
          <p:nvPr>
            <p:ph type="body" sz="quarter" idx="49" hasCustomPrompt="1"/>
          </p:nvPr>
        </p:nvSpPr>
        <p:spPr>
          <a:xfrm>
            <a:off x="274474" y="552452"/>
            <a:ext cx="1469626" cy="1014412"/>
          </a:xfrm>
        </p:spPr>
        <p:txBody>
          <a:bodyPr>
            <a:noAutofit/>
          </a:bodyPr>
          <a:lstStyle>
            <a:lvl1pPr>
              <a:spcAft>
                <a:spcPts val="200"/>
              </a:spcAft>
              <a:defRPr sz="1200" b="1">
                <a:solidFill>
                  <a:schemeClr val="bg1"/>
                </a:solidFill>
              </a:defRPr>
            </a:lvl1pPr>
            <a:lvl2pPr marL="0" indent="0">
              <a:spcAft>
                <a:spcPts val="0"/>
              </a:spcAft>
              <a:buNone/>
              <a:defRPr sz="1200">
                <a:solidFill>
                  <a:schemeClr val="bg1"/>
                </a:solidFill>
              </a:defRPr>
            </a:lvl2pPr>
            <a:lvl3pPr marL="0" indent="0">
              <a:spcAft>
                <a:spcPts val="0"/>
              </a:spcAft>
              <a:buNone/>
              <a:defRPr sz="1200">
                <a:solidFill>
                  <a:schemeClr val="bg1"/>
                </a:solidFill>
              </a:defRPr>
            </a:lvl3pPr>
            <a:lvl4pPr marL="0" indent="0">
              <a:spcAft>
                <a:spcPts val="0"/>
              </a:spcAft>
              <a:buNone/>
              <a:defRPr sz="1200">
                <a:solidFill>
                  <a:schemeClr val="bg1"/>
                </a:solidFill>
              </a:defRPr>
            </a:lvl4pPr>
            <a:lvl5pPr marL="0" indent="0">
              <a:spcAft>
                <a:spcPts val="0"/>
              </a:spcAft>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err="1"/>
              <a:t>Firstname</a:t>
            </a:r>
            <a:r>
              <a:rPr lang="en-US"/>
              <a:t> </a:t>
            </a:r>
            <a:r>
              <a:rPr lang="en-US" err="1"/>
              <a:t>Lastname</a:t>
            </a:r>
            <a:r>
              <a:rPr lang="en-US"/>
              <a:t>, L1</a:t>
            </a:r>
          </a:p>
          <a:p>
            <a:pPr lvl="1"/>
            <a:r>
              <a:rPr lang="en-US"/>
              <a:t>Title/department, L2</a:t>
            </a:r>
          </a:p>
        </p:txBody>
      </p:sp>
      <p:sp>
        <p:nvSpPr>
          <p:cNvPr id="33" name="Text Placeholder 32">
            <a:extLst>
              <a:ext uri="{FF2B5EF4-FFF2-40B4-BE49-F238E27FC236}">
                <a16:creationId xmlns:a16="http://schemas.microsoft.com/office/drawing/2014/main" id="{E601086B-49DB-91F4-74B7-19EC53EE3BBE}"/>
              </a:ext>
            </a:extLst>
          </p:cNvPr>
          <p:cNvSpPr>
            <a:spLocks noGrp="1"/>
          </p:cNvSpPr>
          <p:nvPr>
            <p:ph type="body" sz="quarter" idx="50"/>
          </p:nvPr>
        </p:nvSpPr>
        <p:spPr>
          <a:xfrm>
            <a:off x="2305451" y="1273175"/>
            <a:ext cx="1472184" cy="2416175"/>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35" name="Text Placeholder 34">
            <a:extLst>
              <a:ext uri="{FF2B5EF4-FFF2-40B4-BE49-F238E27FC236}">
                <a16:creationId xmlns:a16="http://schemas.microsoft.com/office/drawing/2014/main" id="{91795EEA-E69F-C144-C1F3-C2414990FBA1}"/>
              </a:ext>
            </a:extLst>
          </p:cNvPr>
          <p:cNvSpPr>
            <a:spLocks noGrp="1"/>
          </p:cNvSpPr>
          <p:nvPr>
            <p:ph type="body" sz="quarter" idx="51"/>
          </p:nvPr>
        </p:nvSpPr>
        <p:spPr>
          <a:xfrm>
            <a:off x="4339080" y="548641"/>
            <a:ext cx="1472184" cy="1731010"/>
          </a:xfrm>
        </p:spPr>
        <p:txBody>
          <a:bodyPr>
            <a:noAutofit/>
          </a:bodyPr>
          <a:lstStyle>
            <a:lvl1pPr marL="0" indent="0">
              <a:buFont typeface="Arial" panose="020B0604020202020204" pitchFamily="34" charset="0"/>
              <a:buNone/>
              <a:defRPr sz="1200" b="1">
                <a:solidFill>
                  <a:schemeClr val="tx2"/>
                </a:solidFill>
              </a:defRPr>
            </a:lvl1pPr>
            <a:lvl2pPr marL="0" indent="0">
              <a:spcAft>
                <a:spcPts val="0"/>
              </a:spcAft>
              <a:buFont typeface="Arial" panose="020B0604020202020204" pitchFamily="34" charset="0"/>
              <a:buNone/>
              <a:defRPr sz="1200">
                <a:solidFill>
                  <a:schemeClr val="tx1"/>
                </a:solidFill>
              </a:defRPr>
            </a:lvl2pPr>
            <a:lvl3pPr marL="0" indent="0">
              <a:spcAft>
                <a:spcPts val="0"/>
              </a:spcAft>
              <a:buFont typeface="Arial" panose="020B0604020202020204" pitchFamily="34" charset="0"/>
              <a:buNone/>
              <a:defRPr sz="1200">
                <a:solidFill>
                  <a:schemeClr val="tx1"/>
                </a:solidFill>
              </a:defRPr>
            </a:lvl3pPr>
            <a:lvl4pPr marL="0" indent="0">
              <a:spcAft>
                <a:spcPts val="0"/>
              </a:spcAft>
              <a:buFont typeface="Arial" panose="020B0604020202020204" pitchFamily="34" charset="0"/>
              <a:buNone/>
              <a:defRPr sz="1200">
                <a:solidFill>
                  <a:schemeClr val="tx1"/>
                </a:solidFill>
              </a:defRPr>
            </a:lvl4pPr>
            <a:lvl5pPr marL="0" indent="0">
              <a:spcAft>
                <a:spcPts val="0"/>
              </a:spcAft>
              <a:buFont typeface="Arial" panose="020B0604020202020204" pitchFamily="34" charset="0"/>
              <a:buNone/>
              <a:defRPr sz="1200">
                <a:solidFill>
                  <a:schemeClr val="tx1"/>
                </a:solidFill>
              </a:defRPr>
            </a:lvl5pPr>
            <a:lvl6pPr marL="0" indent="0">
              <a:spcAft>
                <a:spcPts val="0"/>
              </a:spcAft>
              <a:buNone/>
              <a:defRPr/>
            </a:lvl6pPr>
            <a:lvl7pPr marL="0" indent="0">
              <a:spcAft>
                <a:spcPts val="0"/>
              </a:spcAft>
              <a:buNone/>
              <a:defRPr/>
            </a:lvl7pPr>
            <a:lvl8pPr marL="0" indent="0">
              <a:spcAft>
                <a:spcPts val="0"/>
              </a:spcAft>
              <a:buNone/>
              <a:defRPr/>
            </a:lvl8pPr>
            <a:lvl9pPr marL="0" indent="0">
              <a:spcAft>
                <a:spcPts val="0"/>
              </a:spcAft>
              <a:buNone/>
              <a:defRPr/>
            </a:lvl9pPr>
          </a:lstStyle>
          <a:p>
            <a:pPr lvl="0"/>
            <a:r>
              <a:rPr lang="en-US"/>
              <a:t>Click to edit Master text styles</a:t>
            </a:r>
          </a:p>
          <a:p>
            <a:pPr lvl="1"/>
            <a:r>
              <a:rPr lang="en-US"/>
              <a:t>Second level</a:t>
            </a:r>
          </a:p>
        </p:txBody>
      </p:sp>
      <p:sp>
        <p:nvSpPr>
          <p:cNvPr id="37" name="Text Placeholder 36">
            <a:extLst>
              <a:ext uri="{FF2B5EF4-FFF2-40B4-BE49-F238E27FC236}">
                <a16:creationId xmlns:a16="http://schemas.microsoft.com/office/drawing/2014/main" id="{2C46E456-167D-6954-BAD6-1AF9A45D1383}"/>
              </a:ext>
            </a:extLst>
          </p:cNvPr>
          <p:cNvSpPr>
            <a:spLocks noGrp="1"/>
          </p:cNvSpPr>
          <p:nvPr>
            <p:ph type="body" sz="quarter" idx="52"/>
          </p:nvPr>
        </p:nvSpPr>
        <p:spPr>
          <a:xfrm>
            <a:off x="6361123" y="2425701"/>
            <a:ext cx="1472184" cy="2141538"/>
          </a:xfrm>
        </p:spPr>
        <p:txBody>
          <a:bodyPr>
            <a:noAutofit/>
          </a:bodyPr>
          <a:lstStyle>
            <a:lvl1pPr marL="0" indent="0">
              <a:buFont typeface="Arial" panose="020B0604020202020204" pitchFamily="34" charset="0"/>
              <a:buNone/>
              <a:defRPr sz="1200" b="1">
                <a:solidFill>
                  <a:schemeClr val="bg1"/>
                </a:solidFill>
              </a:defRPr>
            </a:lvl1pPr>
            <a:lvl2pPr marL="0" indent="0">
              <a:spcAft>
                <a:spcPts val="0"/>
              </a:spcAft>
              <a:buFont typeface="Arial" panose="020B0604020202020204" pitchFamily="34" charset="0"/>
              <a:buNone/>
              <a:defRPr sz="1200">
                <a:solidFill>
                  <a:schemeClr val="bg1"/>
                </a:solidFill>
              </a:defRPr>
            </a:lvl2pPr>
            <a:lvl3pPr marL="0" indent="0">
              <a:spcAft>
                <a:spcPts val="0"/>
              </a:spcAft>
              <a:buFont typeface="Arial" panose="020B0604020202020204" pitchFamily="34" charset="0"/>
              <a:buNone/>
              <a:defRPr sz="1200">
                <a:solidFill>
                  <a:schemeClr val="bg1"/>
                </a:solidFill>
              </a:defRPr>
            </a:lvl3pPr>
            <a:lvl4pPr marL="0" indent="0">
              <a:spcAft>
                <a:spcPts val="0"/>
              </a:spcAft>
              <a:buFont typeface="Arial" panose="020B0604020202020204" pitchFamily="34" charset="0"/>
              <a:buNone/>
              <a:defRPr sz="1200">
                <a:solidFill>
                  <a:schemeClr val="bg1"/>
                </a:solidFill>
              </a:defRPr>
            </a:lvl4pPr>
            <a:lvl5pPr marL="0" indent="0">
              <a:spcAft>
                <a:spcPts val="0"/>
              </a:spcAft>
              <a:buFont typeface="Arial" panose="020B0604020202020204" pitchFamily="34" charset="0"/>
              <a:buNone/>
              <a:defRPr sz="1200">
                <a:solidFill>
                  <a:schemeClr val="bg1"/>
                </a:solidFill>
              </a:defRPr>
            </a:lvl5pPr>
            <a:lvl6pPr marL="0" indent="0">
              <a:spcAft>
                <a:spcPts val="0"/>
              </a:spcAft>
              <a:buNone/>
              <a:defRPr>
                <a:solidFill>
                  <a:schemeClr val="bg1"/>
                </a:solidFill>
              </a:defRPr>
            </a:lvl6pPr>
            <a:lvl7pPr marL="0" indent="0">
              <a:spcAft>
                <a:spcPts val="0"/>
              </a:spcAft>
              <a:buNone/>
              <a:defRPr>
                <a:solidFill>
                  <a:schemeClr val="bg1"/>
                </a:solidFill>
              </a:defRPr>
            </a:lvl7pPr>
            <a:lvl8pPr marL="0" indent="0">
              <a:spcAft>
                <a:spcPts val="0"/>
              </a:spcAft>
              <a:buNone/>
              <a:defRPr>
                <a:solidFill>
                  <a:schemeClr val="bg1"/>
                </a:solidFill>
              </a:defRPr>
            </a:lvl8pPr>
            <a:lvl9pPr marL="0" indent="0">
              <a:spcAft>
                <a:spcPts val="0"/>
              </a:spcAft>
              <a:buNone/>
              <a:defRPr>
                <a:solidFill>
                  <a:schemeClr val="bg1"/>
                </a:solidFill>
              </a:defRPr>
            </a:lvl9pPr>
          </a:lstStyle>
          <a:p>
            <a:pPr lvl="0"/>
            <a:r>
              <a:rPr lang="en-US"/>
              <a:t>Click to edit Master text styles</a:t>
            </a:r>
          </a:p>
          <a:p>
            <a:pPr lvl="1"/>
            <a:r>
              <a:rPr lang="en-US"/>
              <a:t>Second level</a:t>
            </a:r>
          </a:p>
        </p:txBody>
      </p:sp>
      <p:sp>
        <p:nvSpPr>
          <p:cNvPr id="2" name="Freeform 5">
            <a:extLst>
              <a:ext uri="{FF2B5EF4-FFF2-40B4-BE49-F238E27FC236}">
                <a16:creationId xmlns:a16="http://schemas.microsoft.com/office/drawing/2014/main" id="{E6D8A75C-0D90-E260-EE24-68811D6B9C0E}"/>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1647671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act Sheet 5-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25" name="Picture Placeholder 9">
            <a:extLst>
              <a:ext uri="{FF2B5EF4-FFF2-40B4-BE49-F238E27FC236}">
                <a16:creationId xmlns:a16="http://schemas.microsoft.com/office/drawing/2014/main" id="{319024EE-ED5D-FFF1-5239-5C9EE26262F8}"/>
              </a:ext>
            </a:extLst>
          </p:cNvPr>
          <p:cNvSpPr>
            <a:spLocks noGrp="1"/>
          </p:cNvSpPr>
          <p:nvPr>
            <p:ph type="pic" sz="quarter" idx="35" hasCustomPrompt="1"/>
          </p:nvPr>
        </p:nvSpPr>
        <p:spPr>
          <a:xfrm>
            <a:off x="2605055" y="2146299"/>
            <a:ext cx="1970120" cy="1978025"/>
          </a:xfrm>
          <a:solidFill>
            <a:schemeClr val="tx2"/>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5" name="Picture Placeholder 9">
            <a:extLst>
              <a:ext uri="{FF2B5EF4-FFF2-40B4-BE49-F238E27FC236}">
                <a16:creationId xmlns:a16="http://schemas.microsoft.com/office/drawing/2014/main" id="{B9B029C9-1EA7-2BAF-AD5E-CED9490ECA94}"/>
              </a:ext>
            </a:extLst>
          </p:cNvPr>
          <p:cNvSpPr>
            <a:spLocks noGrp="1"/>
          </p:cNvSpPr>
          <p:nvPr>
            <p:ph type="pic" sz="quarter" idx="37" hasCustomPrompt="1"/>
          </p:nvPr>
        </p:nvSpPr>
        <p:spPr>
          <a:xfrm>
            <a:off x="4671913"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37" name="Picture Placeholder 9">
            <a:extLst>
              <a:ext uri="{FF2B5EF4-FFF2-40B4-BE49-F238E27FC236}">
                <a16:creationId xmlns:a16="http://schemas.microsoft.com/office/drawing/2014/main" id="{F673B5EA-D718-4722-DEAB-0821FF57B30E}"/>
              </a:ext>
            </a:extLst>
          </p:cNvPr>
          <p:cNvSpPr>
            <a:spLocks noGrp="1"/>
          </p:cNvSpPr>
          <p:nvPr>
            <p:ph type="pic" sz="quarter" idx="39" hasCustomPrompt="1"/>
          </p:nvPr>
        </p:nvSpPr>
        <p:spPr>
          <a:xfrm>
            <a:off x="6737217" y="2146299"/>
            <a:ext cx="1970120" cy="1978025"/>
          </a:xfrm>
          <a:solidFill>
            <a:schemeClr val="accent1"/>
          </a:solidFill>
          <a:ln>
            <a:noFill/>
          </a:ln>
        </p:spPr>
        <p:txBody>
          <a:bodyPr bIns="822960" anchor="ctr"/>
          <a:lstStyle>
            <a:lvl1pPr algn="ctr">
              <a:defRPr>
                <a:solidFill>
                  <a:schemeClr val="bg1"/>
                </a:solidFill>
                <a:latin typeface="+mn-lt"/>
              </a:defRPr>
            </a:lvl1pPr>
          </a:lstStyle>
          <a:p>
            <a:r>
              <a:rPr lang="en-US"/>
              <a:t>Silhouette</a:t>
            </a:r>
            <a:br>
              <a:rPr lang="en-US"/>
            </a:br>
            <a:r>
              <a:rPr lang="en-US"/>
              <a:t>portrait</a:t>
            </a:r>
          </a:p>
        </p:txBody>
      </p:sp>
      <p:sp>
        <p:nvSpPr>
          <p:cNvPr id="39" name="Picture Placeholder 9">
            <a:extLst>
              <a:ext uri="{FF2B5EF4-FFF2-40B4-BE49-F238E27FC236}">
                <a16:creationId xmlns:a16="http://schemas.microsoft.com/office/drawing/2014/main" id="{E23557D9-4DEB-2508-E9FF-6F918636B4A4}"/>
              </a:ext>
            </a:extLst>
          </p:cNvPr>
          <p:cNvSpPr>
            <a:spLocks noGrp="1"/>
          </p:cNvSpPr>
          <p:nvPr>
            <p:ph type="pic" sz="quarter" idx="41" hasCustomPrompt="1"/>
          </p:nvPr>
        </p:nvSpPr>
        <p:spPr>
          <a:xfrm>
            <a:off x="8804075" y="2146299"/>
            <a:ext cx="1970120" cy="1978025"/>
          </a:xfrm>
          <a:solidFill>
            <a:srgbClr val="F0F0F1"/>
          </a:solidFill>
          <a:ln>
            <a:noFill/>
          </a:ln>
        </p:spPr>
        <p:txBody>
          <a:bodyPr bIns="822960" anchor="ctr"/>
          <a:lstStyle>
            <a:lvl1pPr algn="ctr">
              <a:defRPr>
                <a:solidFill>
                  <a:srgbClr val="010101"/>
                </a:solidFill>
                <a:latin typeface="+mn-lt"/>
              </a:defRPr>
            </a:lvl1pPr>
          </a:lstStyle>
          <a:p>
            <a:r>
              <a:rPr lang="en-US"/>
              <a:t>Silhouette</a:t>
            </a:r>
            <a:br>
              <a:rPr lang="en-US"/>
            </a:br>
            <a:r>
              <a:rPr lang="en-US"/>
              <a:t>portrait</a:t>
            </a:r>
          </a:p>
        </p:txBody>
      </p:sp>
      <p:sp>
        <p:nvSpPr>
          <p:cNvPr id="5" name="Title 4">
            <a:extLst>
              <a:ext uri="{FF2B5EF4-FFF2-40B4-BE49-F238E27FC236}">
                <a16:creationId xmlns:a16="http://schemas.microsoft.com/office/drawing/2014/main" id="{BD67EC75-3424-7B25-247E-1C6B770541DE}"/>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34072C05-AED5-2EFC-938E-482980433E09}"/>
              </a:ext>
            </a:extLst>
          </p:cNvPr>
          <p:cNvSpPr>
            <a:spLocks noGrp="1"/>
          </p:cNvSpPr>
          <p:nvPr>
            <p:ph type="body" sz="quarter" idx="45"/>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31" name="Text Placeholder 30">
            <a:extLst>
              <a:ext uri="{FF2B5EF4-FFF2-40B4-BE49-F238E27FC236}">
                <a16:creationId xmlns:a16="http://schemas.microsoft.com/office/drawing/2014/main" id="{903611B5-888A-47D0-AF1C-FE9A83D8B5B5}"/>
              </a:ext>
            </a:extLst>
          </p:cNvPr>
          <p:cNvSpPr>
            <a:spLocks noGrp="1"/>
          </p:cNvSpPr>
          <p:nvPr>
            <p:ph type="body" sz="quarter" idx="46"/>
          </p:nvPr>
        </p:nvSpPr>
        <p:spPr>
          <a:xfrm>
            <a:off x="549274"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3" name="Text Placeholder 32">
            <a:extLst>
              <a:ext uri="{FF2B5EF4-FFF2-40B4-BE49-F238E27FC236}">
                <a16:creationId xmlns:a16="http://schemas.microsoft.com/office/drawing/2014/main" id="{BC98379C-7F1B-56B1-A3CE-AC2464AC4CCA}"/>
              </a:ext>
            </a:extLst>
          </p:cNvPr>
          <p:cNvSpPr>
            <a:spLocks noGrp="1"/>
          </p:cNvSpPr>
          <p:nvPr>
            <p:ph type="body" sz="quarter" idx="47"/>
          </p:nvPr>
        </p:nvSpPr>
        <p:spPr>
          <a:xfrm>
            <a:off x="2625857" y="4273549"/>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6" name="Text Placeholder 35">
            <a:extLst>
              <a:ext uri="{FF2B5EF4-FFF2-40B4-BE49-F238E27FC236}">
                <a16:creationId xmlns:a16="http://schemas.microsoft.com/office/drawing/2014/main" id="{84EC1E92-0954-710F-591A-C03311440651}"/>
              </a:ext>
            </a:extLst>
          </p:cNvPr>
          <p:cNvSpPr>
            <a:spLocks noGrp="1"/>
          </p:cNvSpPr>
          <p:nvPr>
            <p:ph type="body" sz="quarter" idx="48"/>
          </p:nvPr>
        </p:nvSpPr>
        <p:spPr>
          <a:xfrm>
            <a:off x="4671913"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9">
            <a:extLst>
              <a:ext uri="{FF2B5EF4-FFF2-40B4-BE49-F238E27FC236}">
                <a16:creationId xmlns:a16="http://schemas.microsoft.com/office/drawing/2014/main" id="{FCBF4A80-B697-CED7-AF3C-C632A2E25B53}"/>
              </a:ext>
            </a:extLst>
          </p:cNvPr>
          <p:cNvSpPr>
            <a:spLocks noGrp="1"/>
          </p:cNvSpPr>
          <p:nvPr>
            <p:ph type="body" sz="quarter" idx="49"/>
          </p:nvPr>
        </p:nvSpPr>
        <p:spPr>
          <a:xfrm>
            <a:off x="6737217" y="4273550"/>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285750" indent="-285750">
              <a:buClrTx/>
              <a:buFont typeface="GT America" charset="0"/>
              <a:buChar char="→"/>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41">
            <a:extLst>
              <a:ext uri="{FF2B5EF4-FFF2-40B4-BE49-F238E27FC236}">
                <a16:creationId xmlns:a16="http://schemas.microsoft.com/office/drawing/2014/main" id="{447A49B2-21EC-9A60-A49A-B88D32D6BCEA}"/>
              </a:ext>
            </a:extLst>
          </p:cNvPr>
          <p:cNvSpPr>
            <a:spLocks noGrp="1"/>
          </p:cNvSpPr>
          <p:nvPr>
            <p:ph type="body" sz="quarter" idx="50"/>
          </p:nvPr>
        </p:nvSpPr>
        <p:spPr>
          <a:xfrm>
            <a:off x="8813800" y="4281487"/>
            <a:ext cx="1975104" cy="1457325"/>
          </a:xfrm>
        </p:spPr>
        <p:txBody>
          <a:bodyPr>
            <a:noAutofit/>
          </a:bodyPr>
          <a:lstStyle>
            <a:lvl1pPr marL="0" indent="0">
              <a:spcAft>
                <a:spcPts val="200"/>
              </a:spcAft>
              <a:buFont typeface="Arial" panose="020B0604020202020204" pitchFamily="34" charset="0"/>
              <a:buNone/>
              <a:defRPr sz="1200" b="1"/>
            </a:lvl1pPr>
            <a:lvl2pPr marL="0" indent="0">
              <a:buNone/>
              <a:defRPr sz="1200"/>
            </a:lvl2pPr>
            <a:lvl3pPr marL="285750" indent="-285750">
              <a:buClrTx/>
              <a:buFont typeface="GT America" charset="0"/>
              <a:buChar char="→"/>
              <a:defRPr sz="1200"/>
            </a:lvl3pPr>
            <a:lvl4pPr marL="0" indent="0">
              <a:buClrTx/>
              <a:buFont typeface="GT America" charset="0"/>
              <a:buNone/>
              <a:defRPr sz="1200"/>
            </a:lvl4pPr>
            <a:lvl5pPr marL="285750" indent="-285750">
              <a:buClrTx/>
              <a:buFont typeface="GT America" charset="0"/>
              <a:buChar char="→"/>
              <a:defRPr sz="1200"/>
            </a:lvl5pPr>
            <a:lvl6pPr marL="285750" indent="-285750">
              <a:buClrTx/>
              <a:buFont typeface="GT America" charset="0"/>
              <a:buChar char="→"/>
              <a:defRPr sz="1200"/>
            </a:lvl6pPr>
            <a:lvl7pPr marL="285750" indent="-285750">
              <a:buClrTx/>
              <a:buFont typeface="GT America" charset="0"/>
              <a:buChar char="→"/>
              <a:defRPr sz="1200"/>
            </a:lvl7pPr>
            <a:lvl8pPr marL="285750" indent="-285750">
              <a:buClrTx/>
              <a:buFont typeface="GT America" charset="0"/>
              <a:buChar char="→"/>
              <a:defRPr sz="1200"/>
            </a:lvl8pPr>
            <a:lvl9pPr marL="285750" indent="-285750">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2D5FD8C2-6273-CDF7-5061-51B47155DF43}"/>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7444911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act sheet 9-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8640"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8" name="Picture Placeholder 9">
            <a:extLst>
              <a:ext uri="{FF2B5EF4-FFF2-40B4-BE49-F238E27FC236}">
                <a16:creationId xmlns:a16="http://schemas.microsoft.com/office/drawing/2014/main" id="{17A4289C-7601-5CA4-4C3A-5F28EB369581}"/>
              </a:ext>
            </a:extLst>
          </p:cNvPr>
          <p:cNvSpPr>
            <a:spLocks noGrp="1"/>
          </p:cNvSpPr>
          <p:nvPr>
            <p:ph type="pic" sz="quarter" idx="43" hasCustomPrompt="1"/>
          </p:nvPr>
        </p:nvSpPr>
        <p:spPr>
          <a:xfrm>
            <a:off x="548640"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1" name="Picture Placeholder 9">
            <a:extLst>
              <a:ext uri="{FF2B5EF4-FFF2-40B4-BE49-F238E27FC236}">
                <a16:creationId xmlns:a16="http://schemas.microsoft.com/office/drawing/2014/main" id="{A0C2F317-7D2F-8DB5-8348-18AA8221AAE9}"/>
              </a:ext>
            </a:extLst>
          </p:cNvPr>
          <p:cNvSpPr>
            <a:spLocks noGrp="1"/>
          </p:cNvSpPr>
          <p:nvPr>
            <p:ph type="pic" sz="quarter" idx="45" hasCustomPrompt="1"/>
          </p:nvPr>
        </p:nvSpPr>
        <p:spPr>
          <a:xfrm>
            <a:off x="548640" y="4743563"/>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5" name="Picture Placeholder 9">
            <a:extLst>
              <a:ext uri="{FF2B5EF4-FFF2-40B4-BE49-F238E27FC236}">
                <a16:creationId xmlns:a16="http://schemas.microsoft.com/office/drawing/2014/main" id="{4471B4C7-4613-EEB3-9308-87F186645DFC}"/>
              </a:ext>
            </a:extLst>
          </p:cNvPr>
          <p:cNvSpPr>
            <a:spLocks noGrp="1"/>
          </p:cNvSpPr>
          <p:nvPr>
            <p:ph type="pic" sz="quarter" idx="47" hasCustomPrompt="1"/>
          </p:nvPr>
        </p:nvSpPr>
        <p:spPr>
          <a:xfrm>
            <a:off x="4407408" y="1844676"/>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58" name="Picture Placeholder 9">
            <a:extLst>
              <a:ext uri="{FF2B5EF4-FFF2-40B4-BE49-F238E27FC236}">
                <a16:creationId xmlns:a16="http://schemas.microsoft.com/office/drawing/2014/main" id="{B81A6CC2-3FF5-E358-9361-9AA641684178}"/>
              </a:ext>
            </a:extLst>
          </p:cNvPr>
          <p:cNvSpPr>
            <a:spLocks noGrp="1"/>
          </p:cNvSpPr>
          <p:nvPr>
            <p:ph type="pic" sz="quarter" idx="49" hasCustomPrompt="1"/>
          </p:nvPr>
        </p:nvSpPr>
        <p:spPr>
          <a:xfrm>
            <a:off x="4404520" y="329088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1" name="Picture Placeholder 9">
            <a:extLst>
              <a:ext uri="{FF2B5EF4-FFF2-40B4-BE49-F238E27FC236}">
                <a16:creationId xmlns:a16="http://schemas.microsoft.com/office/drawing/2014/main" id="{3936CF0E-0A97-CA96-5F67-097CDDE826A2}"/>
              </a:ext>
            </a:extLst>
          </p:cNvPr>
          <p:cNvSpPr>
            <a:spLocks noGrp="1"/>
          </p:cNvSpPr>
          <p:nvPr>
            <p:ph type="pic" sz="quarter" idx="51" hasCustomPrompt="1"/>
          </p:nvPr>
        </p:nvSpPr>
        <p:spPr>
          <a:xfrm>
            <a:off x="4407408" y="473710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4" name="Picture Placeholder 9">
            <a:extLst>
              <a:ext uri="{FF2B5EF4-FFF2-40B4-BE49-F238E27FC236}">
                <a16:creationId xmlns:a16="http://schemas.microsoft.com/office/drawing/2014/main" id="{C1D5E855-FA17-F4D0-646B-35CD59AAC6A0}"/>
              </a:ext>
            </a:extLst>
          </p:cNvPr>
          <p:cNvSpPr>
            <a:spLocks noGrp="1"/>
          </p:cNvSpPr>
          <p:nvPr>
            <p:ph type="pic" sz="quarter" idx="53" hasCustomPrompt="1"/>
          </p:nvPr>
        </p:nvSpPr>
        <p:spPr>
          <a:xfrm>
            <a:off x="8211312" y="1849438"/>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7" name="Picture Placeholder 9">
            <a:extLst>
              <a:ext uri="{FF2B5EF4-FFF2-40B4-BE49-F238E27FC236}">
                <a16:creationId xmlns:a16="http://schemas.microsoft.com/office/drawing/2014/main" id="{D5751559-8E90-53E9-D2C3-6C9A57296D6D}"/>
              </a:ext>
            </a:extLst>
          </p:cNvPr>
          <p:cNvSpPr>
            <a:spLocks noGrp="1"/>
          </p:cNvSpPr>
          <p:nvPr>
            <p:ph type="pic" sz="quarter" idx="55" hasCustomPrompt="1"/>
          </p:nvPr>
        </p:nvSpPr>
        <p:spPr>
          <a:xfrm>
            <a:off x="8212138" y="32956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70" name="Picture Placeholder 9">
            <a:extLst>
              <a:ext uri="{FF2B5EF4-FFF2-40B4-BE49-F238E27FC236}">
                <a16:creationId xmlns:a16="http://schemas.microsoft.com/office/drawing/2014/main" id="{769EC156-0E51-CE48-5482-055D256909C5}"/>
              </a:ext>
            </a:extLst>
          </p:cNvPr>
          <p:cNvSpPr>
            <a:spLocks noGrp="1"/>
          </p:cNvSpPr>
          <p:nvPr>
            <p:ph type="pic" sz="quarter" idx="57" hasCustomPrompt="1"/>
          </p:nvPr>
        </p:nvSpPr>
        <p:spPr>
          <a:xfrm>
            <a:off x="8211312" y="4741862"/>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D69619C9-5DB2-E39E-74FF-9877E61A97AB}"/>
              </a:ext>
            </a:extLst>
          </p:cNvPr>
          <p:cNvSpPr>
            <a:spLocks noGrp="1"/>
          </p:cNvSpPr>
          <p:nvPr>
            <p:ph type="title"/>
          </p:nvPr>
        </p:nvSpPr>
        <p:spPr/>
        <p:txBody>
          <a:bodyPr/>
          <a:lstStyle>
            <a:lvl1pPr>
              <a:defRPr b="1"/>
            </a:lvl1pPr>
          </a:lstStyle>
          <a:p>
            <a:r>
              <a:rPr lang="en-US"/>
              <a:t>Click to edit Master title style</a:t>
            </a:r>
          </a:p>
        </p:txBody>
      </p:sp>
      <p:sp>
        <p:nvSpPr>
          <p:cNvPr id="20" name="Text Placeholder 10">
            <a:extLst>
              <a:ext uri="{FF2B5EF4-FFF2-40B4-BE49-F238E27FC236}">
                <a16:creationId xmlns:a16="http://schemas.microsoft.com/office/drawing/2014/main" id="{1A8F5A52-2BB1-6E01-1280-D7B8E1530E75}"/>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7" name="Text Placeholder 28">
            <a:extLst>
              <a:ext uri="{FF2B5EF4-FFF2-40B4-BE49-F238E27FC236}">
                <a16:creationId xmlns:a16="http://schemas.microsoft.com/office/drawing/2014/main" id="{B33B65D6-52E4-77AB-4814-DB4CF93D6165}"/>
              </a:ext>
            </a:extLst>
          </p:cNvPr>
          <p:cNvSpPr>
            <a:spLocks noGrp="1"/>
          </p:cNvSpPr>
          <p:nvPr>
            <p:ph type="body" sz="quarter" idx="94"/>
          </p:nvPr>
        </p:nvSpPr>
        <p:spPr>
          <a:xfrm>
            <a:off x="1491371" y="1848982"/>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8" name="Text Placeholder 31">
            <a:extLst>
              <a:ext uri="{FF2B5EF4-FFF2-40B4-BE49-F238E27FC236}">
                <a16:creationId xmlns:a16="http://schemas.microsoft.com/office/drawing/2014/main" id="{EB65456B-8D08-C9BF-224B-B9C64A7F7CAA}"/>
              </a:ext>
            </a:extLst>
          </p:cNvPr>
          <p:cNvSpPr>
            <a:spLocks noGrp="1"/>
          </p:cNvSpPr>
          <p:nvPr>
            <p:ph type="body" sz="quarter" idx="60"/>
          </p:nvPr>
        </p:nvSpPr>
        <p:spPr>
          <a:xfrm>
            <a:off x="5347251" y="185136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33">
            <a:extLst>
              <a:ext uri="{FF2B5EF4-FFF2-40B4-BE49-F238E27FC236}">
                <a16:creationId xmlns:a16="http://schemas.microsoft.com/office/drawing/2014/main" id="{BBD5A27C-9B64-5396-B2F2-8BC953E60E1E}"/>
              </a:ext>
            </a:extLst>
          </p:cNvPr>
          <p:cNvSpPr>
            <a:spLocks noGrp="1"/>
          </p:cNvSpPr>
          <p:nvPr>
            <p:ph type="body" sz="quarter" idx="95"/>
          </p:nvPr>
        </p:nvSpPr>
        <p:spPr>
          <a:xfrm>
            <a:off x="9154043" y="185374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0" name="Text Placeholder 35">
            <a:extLst>
              <a:ext uri="{FF2B5EF4-FFF2-40B4-BE49-F238E27FC236}">
                <a16:creationId xmlns:a16="http://schemas.microsoft.com/office/drawing/2014/main" id="{4E24BE1D-A414-0921-6B24-228F418599DC}"/>
              </a:ext>
            </a:extLst>
          </p:cNvPr>
          <p:cNvSpPr>
            <a:spLocks noGrp="1"/>
          </p:cNvSpPr>
          <p:nvPr>
            <p:ph type="body" sz="quarter" idx="62"/>
          </p:nvPr>
        </p:nvSpPr>
        <p:spPr>
          <a:xfrm>
            <a:off x="149137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37">
            <a:extLst>
              <a:ext uri="{FF2B5EF4-FFF2-40B4-BE49-F238E27FC236}">
                <a16:creationId xmlns:a16="http://schemas.microsoft.com/office/drawing/2014/main" id="{C7229E1F-B221-29A9-4121-9AB7571172C8}"/>
              </a:ext>
            </a:extLst>
          </p:cNvPr>
          <p:cNvSpPr>
            <a:spLocks noGrp="1"/>
          </p:cNvSpPr>
          <p:nvPr>
            <p:ph type="body" sz="quarter" idx="96"/>
          </p:nvPr>
        </p:nvSpPr>
        <p:spPr>
          <a:xfrm>
            <a:off x="5347251"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39">
            <a:extLst>
              <a:ext uri="{FF2B5EF4-FFF2-40B4-BE49-F238E27FC236}">
                <a16:creationId xmlns:a16="http://schemas.microsoft.com/office/drawing/2014/main" id="{C9D12808-4957-032F-A845-94EEC2925E89}"/>
              </a:ext>
            </a:extLst>
          </p:cNvPr>
          <p:cNvSpPr>
            <a:spLocks noGrp="1"/>
          </p:cNvSpPr>
          <p:nvPr>
            <p:ph type="body" sz="quarter" idx="64"/>
          </p:nvPr>
        </p:nvSpPr>
        <p:spPr>
          <a:xfrm>
            <a:off x="9154043" y="3297351"/>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3" name="Text Placeholder 41">
            <a:extLst>
              <a:ext uri="{FF2B5EF4-FFF2-40B4-BE49-F238E27FC236}">
                <a16:creationId xmlns:a16="http://schemas.microsoft.com/office/drawing/2014/main" id="{B12AD652-87BB-53BF-14D1-7CADF3402526}"/>
              </a:ext>
            </a:extLst>
          </p:cNvPr>
          <p:cNvSpPr>
            <a:spLocks noGrp="1"/>
          </p:cNvSpPr>
          <p:nvPr>
            <p:ph type="body" sz="quarter" idx="97"/>
          </p:nvPr>
        </p:nvSpPr>
        <p:spPr>
          <a:xfrm>
            <a:off x="149137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4" name="Text Placeholder 43">
            <a:extLst>
              <a:ext uri="{FF2B5EF4-FFF2-40B4-BE49-F238E27FC236}">
                <a16:creationId xmlns:a16="http://schemas.microsoft.com/office/drawing/2014/main" id="{2F5D586D-E682-4214-BDFC-2381008A2DAD}"/>
              </a:ext>
            </a:extLst>
          </p:cNvPr>
          <p:cNvSpPr>
            <a:spLocks noGrp="1"/>
          </p:cNvSpPr>
          <p:nvPr>
            <p:ph type="body" sz="quarter" idx="66"/>
          </p:nvPr>
        </p:nvSpPr>
        <p:spPr>
          <a:xfrm>
            <a:off x="5347251" y="4748325"/>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6" name="Text Placeholder 45">
            <a:extLst>
              <a:ext uri="{FF2B5EF4-FFF2-40B4-BE49-F238E27FC236}">
                <a16:creationId xmlns:a16="http://schemas.microsoft.com/office/drawing/2014/main" id="{CED54B08-20E7-A541-B8ED-9C32BBF3A87B}"/>
              </a:ext>
            </a:extLst>
          </p:cNvPr>
          <p:cNvSpPr>
            <a:spLocks noGrp="1"/>
          </p:cNvSpPr>
          <p:nvPr>
            <p:ph type="body" sz="quarter" idx="98"/>
          </p:nvPr>
        </p:nvSpPr>
        <p:spPr>
          <a:xfrm>
            <a:off x="9154043" y="4732794"/>
            <a:ext cx="2404354"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2" name="Freeform 5">
            <a:extLst>
              <a:ext uri="{FF2B5EF4-FFF2-40B4-BE49-F238E27FC236}">
                <a16:creationId xmlns:a16="http://schemas.microsoft.com/office/drawing/2014/main" id="{D3C6828C-00BE-7F25-1FEA-FA3D01867A8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0713483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 Sheet 12-up">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46200"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 name="Picture Placeholder 9">
            <a:extLst>
              <a:ext uri="{FF2B5EF4-FFF2-40B4-BE49-F238E27FC236}">
                <a16:creationId xmlns:a16="http://schemas.microsoft.com/office/drawing/2014/main" id="{25876E2B-22D5-E023-0774-0D2E4727B88F}"/>
              </a:ext>
            </a:extLst>
          </p:cNvPr>
          <p:cNvSpPr>
            <a:spLocks noGrp="1"/>
          </p:cNvSpPr>
          <p:nvPr>
            <p:ph type="pic" sz="quarter" idx="59" hasCustomPrompt="1"/>
          </p:nvPr>
        </p:nvSpPr>
        <p:spPr>
          <a:xfrm>
            <a:off x="547356"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6" name="Picture Placeholder 9">
            <a:extLst>
              <a:ext uri="{FF2B5EF4-FFF2-40B4-BE49-F238E27FC236}">
                <a16:creationId xmlns:a16="http://schemas.microsoft.com/office/drawing/2014/main" id="{D6976165-15B0-50D3-48A1-3EEF58B092C0}"/>
              </a:ext>
            </a:extLst>
          </p:cNvPr>
          <p:cNvSpPr>
            <a:spLocks noGrp="1"/>
          </p:cNvSpPr>
          <p:nvPr>
            <p:ph type="pic" sz="quarter" idx="61" hasCustomPrompt="1"/>
          </p:nvPr>
        </p:nvSpPr>
        <p:spPr>
          <a:xfrm>
            <a:off x="554788"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2" name="Picture Placeholder 9">
            <a:extLst>
              <a:ext uri="{FF2B5EF4-FFF2-40B4-BE49-F238E27FC236}">
                <a16:creationId xmlns:a16="http://schemas.microsoft.com/office/drawing/2014/main" id="{0CE498C5-374E-D8FE-F156-A53931D853E7}"/>
              </a:ext>
            </a:extLst>
          </p:cNvPr>
          <p:cNvSpPr>
            <a:spLocks noGrp="1"/>
          </p:cNvSpPr>
          <p:nvPr>
            <p:ph type="pic" sz="quarter" idx="63" hasCustomPrompt="1"/>
          </p:nvPr>
        </p:nvSpPr>
        <p:spPr>
          <a:xfrm>
            <a:off x="3365932"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5" name="Picture Placeholder 9">
            <a:extLst>
              <a:ext uri="{FF2B5EF4-FFF2-40B4-BE49-F238E27FC236}">
                <a16:creationId xmlns:a16="http://schemas.microsoft.com/office/drawing/2014/main" id="{1FCBF2C0-C112-B81E-0578-54F91D1D965D}"/>
              </a:ext>
            </a:extLst>
          </p:cNvPr>
          <p:cNvSpPr>
            <a:spLocks noGrp="1"/>
          </p:cNvSpPr>
          <p:nvPr>
            <p:ph type="pic" sz="quarter" idx="65" hasCustomPrompt="1"/>
          </p:nvPr>
        </p:nvSpPr>
        <p:spPr>
          <a:xfrm>
            <a:off x="3367088"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7" name="Picture Placeholder 9">
            <a:extLst>
              <a:ext uri="{FF2B5EF4-FFF2-40B4-BE49-F238E27FC236}">
                <a16:creationId xmlns:a16="http://schemas.microsoft.com/office/drawing/2014/main" id="{4C09C1F9-ECED-C5BA-42C5-0EE10E589CC6}"/>
              </a:ext>
            </a:extLst>
          </p:cNvPr>
          <p:cNvSpPr>
            <a:spLocks noGrp="1"/>
          </p:cNvSpPr>
          <p:nvPr>
            <p:ph type="pic" sz="quarter" idx="67" hasCustomPrompt="1"/>
          </p:nvPr>
        </p:nvSpPr>
        <p:spPr>
          <a:xfrm>
            <a:off x="3374520"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9" name="Picture Placeholder 9">
            <a:extLst>
              <a:ext uri="{FF2B5EF4-FFF2-40B4-BE49-F238E27FC236}">
                <a16:creationId xmlns:a16="http://schemas.microsoft.com/office/drawing/2014/main" id="{0042FFDF-513A-EC10-98FD-B9C57D062AE0}"/>
              </a:ext>
            </a:extLst>
          </p:cNvPr>
          <p:cNvSpPr>
            <a:spLocks noGrp="1"/>
          </p:cNvSpPr>
          <p:nvPr>
            <p:ph type="pic" sz="quarter" idx="69" hasCustomPrompt="1"/>
          </p:nvPr>
        </p:nvSpPr>
        <p:spPr>
          <a:xfrm>
            <a:off x="6185664"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2" name="Picture Placeholder 9">
            <a:extLst>
              <a:ext uri="{FF2B5EF4-FFF2-40B4-BE49-F238E27FC236}">
                <a16:creationId xmlns:a16="http://schemas.microsoft.com/office/drawing/2014/main" id="{8BC36A4B-DA0D-6BF1-C4D6-33880787409E}"/>
              </a:ext>
            </a:extLst>
          </p:cNvPr>
          <p:cNvSpPr>
            <a:spLocks noGrp="1"/>
          </p:cNvSpPr>
          <p:nvPr>
            <p:ph type="pic" sz="quarter" idx="71" hasCustomPrompt="1"/>
          </p:nvPr>
        </p:nvSpPr>
        <p:spPr>
          <a:xfrm>
            <a:off x="6186820"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4" name="Picture Placeholder 9">
            <a:extLst>
              <a:ext uri="{FF2B5EF4-FFF2-40B4-BE49-F238E27FC236}">
                <a16:creationId xmlns:a16="http://schemas.microsoft.com/office/drawing/2014/main" id="{76E7E740-2280-24BA-7A1B-AB4C8412EB3C}"/>
              </a:ext>
            </a:extLst>
          </p:cNvPr>
          <p:cNvSpPr>
            <a:spLocks noGrp="1"/>
          </p:cNvSpPr>
          <p:nvPr>
            <p:ph type="pic" sz="quarter" idx="73" hasCustomPrompt="1"/>
          </p:nvPr>
        </p:nvSpPr>
        <p:spPr>
          <a:xfrm>
            <a:off x="6194252"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26" name="Picture Placeholder 9">
            <a:extLst>
              <a:ext uri="{FF2B5EF4-FFF2-40B4-BE49-F238E27FC236}">
                <a16:creationId xmlns:a16="http://schemas.microsoft.com/office/drawing/2014/main" id="{CADD27F9-84C7-1DB2-249A-964A088830A2}"/>
              </a:ext>
            </a:extLst>
          </p:cNvPr>
          <p:cNvSpPr>
            <a:spLocks noGrp="1"/>
          </p:cNvSpPr>
          <p:nvPr>
            <p:ph type="pic" sz="quarter" idx="75" hasCustomPrompt="1"/>
          </p:nvPr>
        </p:nvSpPr>
        <p:spPr>
          <a:xfrm>
            <a:off x="9005396" y="156240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4" name="Picture Placeholder 9">
            <a:extLst>
              <a:ext uri="{FF2B5EF4-FFF2-40B4-BE49-F238E27FC236}">
                <a16:creationId xmlns:a16="http://schemas.microsoft.com/office/drawing/2014/main" id="{FF1E356A-47B8-BFE3-D4E2-B4F8BF65D253}"/>
              </a:ext>
            </a:extLst>
          </p:cNvPr>
          <p:cNvSpPr>
            <a:spLocks noGrp="1"/>
          </p:cNvSpPr>
          <p:nvPr>
            <p:ph type="pic" sz="quarter" idx="77" hasCustomPrompt="1"/>
          </p:nvPr>
        </p:nvSpPr>
        <p:spPr>
          <a:xfrm>
            <a:off x="9006552" y="3139584"/>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36" name="Picture Placeholder 9">
            <a:extLst>
              <a:ext uri="{FF2B5EF4-FFF2-40B4-BE49-F238E27FC236}">
                <a16:creationId xmlns:a16="http://schemas.microsoft.com/office/drawing/2014/main" id="{D13123F8-5707-1836-E32B-577B73747D46}"/>
              </a:ext>
            </a:extLst>
          </p:cNvPr>
          <p:cNvSpPr>
            <a:spLocks noGrp="1"/>
          </p:cNvSpPr>
          <p:nvPr>
            <p:ph type="pic" sz="quarter" idx="79" hasCustomPrompt="1"/>
          </p:nvPr>
        </p:nvSpPr>
        <p:spPr>
          <a:xfrm>
            <a:off x="9013984" y="4705350"/>
            <a:ext cx="723656" cy="725487"/>
          </a:xfrm>
          <a:solidFill>
            <a:schemeClr val="accent1"/>
          </a:solidFill>
          <a:ln>
            <a:noFill/>
          </a:ln>
        </p:spPr>
        <p:txBody>
          <a:bodyPr anchor="b">
            <a:normAutofit/>
          </a:bodyPr>
          <a:lstStyle>
            <a:lvl1pPr algn="ctr">
              <a:defRPr sz="800">
                <a:solidFill>
                  <a:schemeClr val="bg1"/>
                </a:solidFill>
                <a:latin typeface="+mn-lt"/>
              </a:defRPr>
            </a:lvl1pPr>
          </a:lstStyle>
          <a:p>
            <a:r>
              <a:rPr lang="en-US"/>
              <a:t>Silhouette</a:t>
            </a:r>
            <a:br>
              <a:rPr lang="en-US"/>
            </a:br>
            <a:r>
              <a:rPr lang="en-US"/>
              <a:t>portrait</a:t>
            </a:r>
          </a:p>
        </p:txBody>
      </p:sp>
      <p:sp>
        <p:nvSpPr>
          <p:cNvPr id="13" name="Title 12">
            <a:extLst>
              <a:ext uri="{FF2B5EF4-FFF2-40B4-BE49-F238E27FC236}">
                <a16:creationId xmlns:a16="http://schemas.microsoft.com/office/drawing/2014/main" id="{E6ED4069-4F51-A36D-255A-CF77628C85CE}"/>
              </a:ext>
            </a:extLst>
          </p:cNvPr>
          <p:cNvSpPr>
            <a:spLocks noGrp="1"/>
          </p:cNvSpPr>
          <p:nvPr>
            <p:ph type="title"/>
          </p:nvPr>
        </p:nvSpPr>
        <p:spPr/>
        <p:txBody>
          <a:bodyPr/>
          <a:lstStyle>
            <a:lvl1pPr>
              <a:defRPr b="1"/>
            </a:lvl1pPr>
          </a:lstStyle>
          <a:p>
            <a:r>
              <a:rPr lang="en-US"/>
              <a:t>Click to edit Master title style</a:t>
            </a:r>
          </a:p>
        </p:txBody>
      </p:sp>
      <p:sp>
        <p:nvSpPr>
          <p:cNvPr id="37" name="Text Placeholder 28">
            <a:extLst>
              <a:ext uri="{FF2B5EF4-FFF2-40B4-BE49-F238E27FC236}">
                <a16:creationId xmlns:a16="http://schemas.microsoft.com/office/drawing/2014/main" id="{20725060-FB97-FB2A-839C-88058950AD03}"/>
              </a:ext>
            </a:extLst>
          </p:cNvPr>
          <p:cNvSpPr>
            <a:spLocks noGrp="1"/>
          </p:cNvSpPr>
          <p:nvPr>
            <p:ph type="body" sz="quarter" idx="94"/>
          </p:nvPr>
        </p:nvSpPr>
        <p:spPr>
          <a:xfrm>
            <a:off x="545350" y="2421426"/>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8" name="Text Placeholder 31">
            <a:extLst>
              <a:ext uri="{FF2B5EF4-FFF2-40B4-BE49-F238E27FC236}">
                <a16:creationId xmlns:a16="http://schemas.microsoft.com/office/drawing/2014/main" id="{53AEDA35-ADD6-FCE3-846B-BF1E0A6CA883}"/>
              </a:ext>
            </a:extLst>
          </p:cNvPr>
          <p:cNvSpPr>
            <a:spLocks noGrp="1"/>
          </p:cNvSpPr>
          <p:nvPr>
            <p:ph type="body" sz="quarter" idx="60"/>
          </p:nvPr>
        </p:nvSpPr>
        <p:spPr>
          <a:xfrm>
            <a:off x="3357144"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39" name="Text Placeholder 33">
            <a:extLst>
              <a:ext uri="{FF2B5EF4-FFF2-40B4-BE49-F238E27FC236}">
                <a16:creationId xmlns:a16="http://schemas.microsoft.com/office/drawing/2014/main" id="{2C1C50A9-AF10-C8FA-22B4-FD7A9720D11F}"/>
              </a:ext>
            </a:extLst>
          </p:cNvPr>
          <p:cNvSpPr>
            <a:spLocks noGrp="1"/>
          </p:cNvSpPr>
          <p:nvPr>
            <p:ph type="body" sz="quarter" idx="95"/>
          </p:nvPr>
        </p:nvSpPr>
        <p:spPr>
          <a:xfrm>
            <a:off x="6174687" y="2426187"/>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0" name="Text Placeholder 35">
            <a:extLst>
              <a:ext uri="{FF2B5EF4-FFF2-40B4-BE49-F238E27FC236}">
                <a16:creationId xmlns:a16="http://schemas.microsoft.com/office/drawing/2014/main" id="{92186842-A495-47CB-E895-A3B746F32C1C}"/>
              </a:ext>
            </a:extLst>
          </p:cNvPr>
          <p:cNvSpPr>
            <a:spLocks noGrp="1"/>
          </p:cNvSpPr>
          <p:nvPr>
            <p:ph type="body" sz="quarter" idx="62"/>
          </p:nvPr>
        </p:nvSpPr>
        <p:spPr>
          <a:xfrm>
            <a:off x="9005296" y="2429974"/>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1" name="Text Placeholder 37">
            <a:extLst>
              <a:ext uri="{FF2B5EF4-FFF2-40B4-BE49-F238E27FC236}">
                <a16:creationId xmlns:a16="http://schemas.microsoft.com/office/drawing/2014/main" id="{6CA7FDF1-8EA1-3647-617E-68BBEC83B933}"/>
              </a:ext>
            </a:extLst>
          </p:cNvPr>
          <p:cNvSpPr>
            <a:spLocks noGrp="1"/>
          </p:cNvSpPr>
          <p:nvPr>
            <p:ph type="body" sz="quarter" idx="96"/>
          </p:nvPr>
        </p:nvSpPr>
        <p:spPr>
          <a:xfrm>
            <a:off x="543911"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2" name="Text Placeholder 39">
            <a:extLst>
              <a:ext uri="{FF2B5EF4-FFF2-40B4-BE49-F238E27FC236}">
                <a16:creationId xmlns:a16="http://schemas.microsoft.com/office/drawing/2014/main" id="{B0B8D82A-323A-DAD8-2FFF-306B1BD8A7B7}"/>
              </a:ext>
            </a:extLst>
          </p:cNvPr>
          <p:cNvSpPr>
            <a:spLocks noGrp="1"/>
          </p:cNvSpPr>
          <p:nvPr>
            <p:ph type="body" sz="quarter" idx="64"/>
          </p:nvPr>
        </p:nvSpPr>
        <p:spPr>
          <a:xfrm>
            <a:off x="3369875"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3" name="Text Placeholder 41">
            <a:extLst>
              <a:ext uri="{FF2B5EF4-FFF2-40B4-BE49-F238E27FC236}">
                <a16:creationId xmlns:a16="http://schemas.microsoft.com/office/drawing/2014/main" id="{7F998DD8-A4C0-EDC9-3264-47EC9ABA7F7E}"/>
              </a:ext>
            </a:extLst>
          </p:cNvPr>
          <p:cNvSpPr>
            <a:spLocks noGrp="1"/>
          </p:cNvSpPr>
          <p:nvPr>
            <p:ph type="body" sz="quarter" idx="97"/>
          </p:nvPr>
        </p:nvSpPr>
        <p:spPr>
          <a:xfrm>
            <a:off x="6185564" y="3988842"/>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4" name="Text Placeholder 43">
            <a:extLst>
              <a:ext uri="{FF2B5EF4-FFF2-40B4-BE49-F238E27FC236}">
                <a16:creationId xmlns:a16="http://schemas.microsoft.com/office/drawing/2014/main" id="{D6080B64-327A-4888-7E45-D37CB06BD006}"/>
              </a:ext>
            </a:extLst>
          </p:cNvPr>
          <p:cNvSpPr>
            <a:spLocks noGrp="1"/>
          </p:cNvSpPr>
          <p:nvPr>
            <p:ph type="body" sz="quarter" idx="66"/>
          </p:nvPr>
        </p:nvSpPr>
        <p:spPr>
          <a:xfrm>
            <a:off x="9013984" y="3997820"/>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5" name="Text Placeholder 45">
            <a:extLst>
              <a:ext uri="{FF2B5EF4-FFF2-40B4-BE49-F238E27FC236}">
                <a16:creationId xmlns:a16="http://schemas.microsoft.com/office/drawing/2014/main" id="{A553D40B-8982-89FD-71EF-AFB57D02AF77}"/>
              </a:ext>
            </a:extLst>
          </p:cNvPr>
          <p:cNvSpPr>
            <a:spLocks noGrp="1"/>
          </p:cNvSpPr>
          <p:nvPr>
            <p:ph type="body" sz="quarter" idx="98"/>
          </p:nvPr>
        </p:nvSpPr>
        <p:spPr>
          <a:xfrm>
            <a:off x="554038" y="5572433"/>
            <a:ext cx="2623978" cy="588286"/>
          </a:xfrm>
        </p:spPr>
        <p:txBody>
          <a:bodyPr>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7" name="Text Placeholder 46">
            <a:extLst>
              <a:ext uri="{FF2B5EF4-FFF2-40B4-BE49-F238E27FC236}">
                <a16:creationId xmlns:a16="http://schemas.microsoft.com/office/drawing/2014/main" id="{CC20C2B1-E5AA-66A6-3529-09EBEC5AD9E7}"/>
              </a:ext>
            </a:extLst>
          </p:cNvPr>
          <p:cNvSpPr>
            <a:spLocks noGrp="1"/>
          </p:cNvSpPr>
          <p:nvPr>
            <p:ph type="body" sz="quarter" idx="99"/>
          </p:nvPr>
        </p:nvSpPr>
        <p:spPr>
          <a:xfrm>
            <a:off x="3375025" y="5572853"/>
            <a:ext cx="2616775"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9" name="Text Placeholder 48">
            <a:extLst>
              <a:ext uri="{FF2B5EF4-FFF2-40B4-BE49-F238E27FC236}">
                <a16:creationId xmlns:a16="http://schemas.microsoft.com/office/drawing/2014/main" id="{FAD7CA57-DD70-B459-15AA-F71085154014}"/>
              </a:ext>
            </a:extLst>
          </p:cNvPr>
          <p:cNvSpPr>
            <a:spLocks noGrp="1"/>
          </p:cNvSpPr>
          <p:nvPr>
            <p:ph type="body" sz="quarter" idx="100"/>
          </p:nvPr>
        </p:nvSpPr>
        <p:spPr>
          <a:xfrm>
            <a:off x="6194425" y="5588367"/>
            <a:ext cx="2623130" cy="572721"/>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1" name="Text Placeholder 50">
            <a:extLst>
              <a:ext uri="{FF2B5EF4-FFF2-40B4-BE49-F238E27FC236}">
                <a16:creationId xmlns:a16="http://schemas.microsoft.com/office/drawing/2014/main" id="{EC42BD93-D831-2404-6CB8-8837AFC980E9}"/>
              </a:ext>
            </a:extLst>
          </p:cNvPr>
          <p:cNvSpPr>
            <a:spLocks noGrp="1"/>
          </p:cNvSpPr>
          <p:nvPr>
            <p:ph type="body" sz="quarter" idx="101"/>
          </p:nvPr>
        </p:nvSpPr>
        <p:spPr>
          <a:xfrm>
            <a:off x="9013824" y="5572853"/>
            <a:ext cx="2612537" cy="588235"/>
          </a:xfrm>
        </p:spPr>
        <p:txBody>
          <a:bodyPr>
            <a:noAutofit/>
          </a:bodyPr>
          <a:lstStyle>
            <a:lvl1pPr marL="0" indent="0">
              <a:spcAft>
                <a:spcPts val="200"/>
              </a:spcAft>
              <a:buFont typeface="Arial" panose="020B0604020202020204" pitchFamily="34" charset="0"/>
              <a:buNone/>
              <a:defRPr sz="1200" b="1"/>
            </a:lvl1pPr>
            <a:lvl2pPr marL="0" indent="0">
              <a:spcAft>
                <a:spcPts val="600"/>
              </a:spcAft>
              <a:buFont typeface="Arial" panose="020B0604020202020204" pitchFamily="34" charset="0"/>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52" name="Text Placeholder 10">
            <a:extLst>
              <a:ext uri="{FF2B5EF4-FFF2-40B4-BE49-F238E27FC236}">
                <a16:creationId xmlns:a16="http://schemas.microsoft.com/office/drawing/2014/main" id="{4094CC63-82FC-2C3B-297C-E0DA8033B303}"/>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2" name="Freeform 5">
            <a:extLst>
              <a:ext uri="{FF2B5EF4-FFF2-40B4-BE49-F238E27FC236}">
                <a16:creationId xmlns:a16="http://schemas.microsoft.com/office/drawing/2014/main" id="{CFEF52EF-E8C0-B287-4EE6-AFF11A6B737F}"/>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2846150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iography Spotlight 1">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539751" y="2146298"/>
            <a:ext cx="1970120" cy="1975104"/>
          </a:xfrm>
          <a:solidFill>
            <a:schemeClr val="accent1"/>
          </a:solid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3" name="Title 2">
            <a:extLst>
              <a:ext uri="{FF2B5EF4-FFF2-40B4-BE49-F238E27FC236}">
                <a16:creationId xmlns:a16="http://schemas.microsoft.com/office/drawing/2014/main" id="{1DC8F894-857C-8F07-E60C-2FD30A700DD0}"/>
              </a:ext>
            </a:extLst>
          </p:cNvPr>
          <p:cNvSpPr>
            <a:spLocks noGrp="1"/>
          </p:cNvSpPr>
          <p:nvPr>
            <p:ph type="title"/>
          </p:nvPr>
        </p:nvSpPr>
        <p:spPr/>
        <p:txBody>
          <a:bodyPr/>
          <a:lstStyle>
            <a:lvl1pPr>
              <a:defRPr b="1"/>
            </a:lvl1pPr>
          </a:lstStyle>
          <a:p>
            <a:r>
              <a:rPr lang="en-US"/>
              <a:t>Click to edit Master title style</a:t>
            </a:r>
          </a:p>
        </p:txBody>
      </p:sp>
      <p:sp>
        <p:nvSpPr>
          <p:cNvPr id="19" name="Text Placeholder 10">
            <a:extLst>
              <a:ext uri="{FF2B5EF4-FFF2-40B4-BE49-F238E27FC236}">
                <a16:creationId xmlns:a16="http://schemas.microsoft.com/office/drawing/2014/main" id="{59895743-E13E-B246-5F15-74FE000A889A}"/>
              </a:ext>
            </a:extLst>
          </p:cNvPr>
          <p:cNvSpPr>
            <a:spLocks noGrp="1"/>
          </p:cNvSpPr>
          <p:nvPr>
            <p:ph type="body" sz="quarter" idx="58"/>
          </p:nvPr>
        </p:nvSpPr>
        <p:spPr>
          <a:xfrm>
            <a:off x="548640" y="1127125"/>
            <a:ext cx="11089322" cy="295275"/>
          </a:xfrm>
        </p:spPr>
        <p:txBody>
          <a:bodyPr>
            <a:no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 text styles</a:t>
            </a:r>
          </a:p>
        </p:txBody>
      </p:sp>
      <p:sp>
        <p:nvSpPr>
          <p:cNvPr id="4" name="Content Placeholder 32">
            <a:extLst>
              <a:ext uri="{FF2B5EF4-FFF2-40B4-BE49-F238E27FC236}">
                <a16:creationId xmlns:a16="http://schemas.microsoft.com/office/drawing/2014/main" id="{AB8465BA-2F90-8B3C-157F-C533DC992638}"/>
              </a:ext>
            </a:extLst>
          </p:cNvPr>
          <p:cNvSpPr>
            <a:spLocks noGrp="1"/>
          </p:cNvSpPr>
          <p:nvPr>
            <p:ph sz="quarter" idx="103"/>
          </p:nvPr>
        </p:nvSpPr>
        <p:spPr>
          <a:xfrm>
            <a:off x="3367088" y="2146297"/>
            <a:ext cx="8270874" cy="3440115"/>
          </a:xfrm>
        </p:spPr>
        <p:txBody>
          <a:bodyPr>
            <a:noAutofit/>
          </a:bodyPr>
          <a:lstStyle>
            <a:lvl1pPr>
              <a:defRPr lang="en-US" sz="1200" b="1" i="0" kern="1200" dirty="0">
                <a:solidFill>
                  <a:schemeClr val="tx2"/>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5" name="Content Placeholder 32">
            <a:extLst>
              <a:ext uri="{FF2B5EF4-FFF2-40B4-BE49-F238E27FC236}">
                <a16:creationId xmlns:a16="http://schemas.microsoft.com/office/drawing/2014/main" id="{A839F1B7-11DF-B547-F156-26E4933C9AEE}"/>
              </a:ext>
            </a:extLst>
          </p:cNvPr>
          <p:cNvSpPr>
            <a:spLocks noGrp="1"/>
          </p:cNvSpPr>
          <p:nvPr>
            <p:ph sz="quarter" idx="104"/>
          </p:nvPr>
        </p:nvSpPr>
        <p:spPr>
          <a:xfrm>
            <a:off x="539751" y="4273551"/>
            <a:ext cx="2623978" cy="588286"/>
          </a:xfrm>
        </p:spPr>
        <p:txBody>
          <a:bodyPr>
            <a:noAutofit/>
          </a:bodyPr>
          <a:lstStyle>
            <a:lvl1pPr>
              <a:defRPr lang="en-US" sz="1200" b="1" i="0" kern="1200" dirty="0">
                <a:solidFill>
                  <a:schemeClr val="tx1"/>
                </a:solidFill>
                <a:latin typeface="+mn-lt"/>
                <a:ea typeface="GT America Regular" charset="0"/>
                <a:cs typeface="GT America Regular" charset="0"/>
              </a:defRPr>
            </a:lvl1pPr>
            <a:lvl2pPr>
              <a:defRPr sz="1200"/>
            </a:lvl2pPr>
            <a:lvl3pPr>
              <a:defRPr sz="1200"/>
            </a:lvl3pPr>
            <a:lvl4pPr>
              <a:defRPr sz="1200"/>
            </a:lvl4pPr>
            <a:lvl5pPr>
              <a:defRPr sz="1200"/>
            </a:lvl5pPr>
          </a:lstStyle>
          <a:p>
            <a:pPr marL="0" lvl="0" indent="0" algn="l" defTabSz="914400" rtl="0" eaLnBrk="1" latinLnBrk="0" hangingPunct="1">
              <a:lnSpc>
                <a:spcPct val="101000"/>
              </a:lnSpc>
              <a:spcBef>
                <a:spcPts val="0"/>
              </a:spcBef>
              <a:spcAft>
                <a:spcPts val="200"/>
              </a:spcAft>
              <a:buFont typeface="Arial" panose="020B0604020202020204" pitchFamily="34" charset="0"/>
              <a:buNone/>
            </a:pPr>
            <a:r>
              <a:rPr lang="en-US"/>
              <a:t>Click to edit Master text styles</a:t>
            </a:r>
          </a:p>
          <a:p>
            <a:pPr marL="0" lvl="1" indent="0" algn="l" defTabSz="914400" rtl="0" eaLnBrk="1" latinLnBrk="0" hangingPunct="1">
              <a:lnSpc>
                <a:spcPct val="101000"/>
              </a:lnSpc>
              <a:spcBef>
                <a:spcPts val="0"/>
              </a:spcBef>
              <a:spcAft>
                <a:spcPts val="200"/>
              </a:spcAft>
              <a:buFont typeface="Arial" panose="020B0604020202020204" pitchFamily="34" charset="0"/>
              <a:buNone/>
            </a:pPr>
            <a:r>
              <a:rPr lang="en-US"/>
              <a:t>Second level</a:t>
            </a:r>
          </a:p>
          <a:p>
            <a:pPr marL="0" lvl="2" indent="0" algn="l" defTabSz="914400" rtl="0" eaLnBrk="1" latinLnBrk="0" hangingPunct="1">
              <a:lnSpc>
                <a:spcPct val="101000"/>
              </a:lnSpc>
              <a:spcBef>
                <a:spcPts val="0"/>
              </a:spcBef>
              <a:spcAft>
                <a:spcPts val="200"/>
              </a:spcAft>
              <a:buFont typeface="Arial" panose="020B0604020202020204" pitchFamily="34" charset="0"/>
              <a:buNone/>
            </a:pPr>
            <a:r>
              <a:rPr lang="en-US"/>
              <a:t>Third level</a:t>
            </a:r>
          </a:p>
          <a:p>
            <a:pPr marL="0" lvl="3" indent="0" algn="l" defTabSz="914400" rtl="0" eaLnBrk="1" latinLnBrk="0" hangingPunct="1">
              <a:lnSpc>
                <a:spcPct val="101000"/>
              </a:lnSpc>
              <a:spcBef>
                <a:spcPts val="0"/>
              </a:spcBef>
              <a:spcAft>
                <a:spcPts val="200"/>
              </a:spcAft>
              <a:buFont typeface="Arial" panose="020B0604020202020204" pitchFamily="34" charset="0"/>
              <a:buNone/>
            </a:pPr>
            <a:r>
              <a:rPr lang="en-US"/>
              <a:t>Fourth level</a:t>
            </a:r>
          </a:p>
          <a:p>
            <a:pPr marL="0" lvl="4" indent="0" algn="l" defTabSz="914400" rtl="0" eaLnBrk="1" latinLnBrk="0" hangingPunct="1">
              <a:lnSpc>
                <a:spcPct val="101000"/>
              </a:lnSpc>
              <a:spcBef>
                <a:spcPts val="0"/>
              </a:spcBef>
              <a:spcAft>
                <a:spcPts val="200"/>
              </a:spcAft>
              <a:buFont typeface="Arial" panose="020B0604020202020204" pitchFamily="34" charset="0"/>
              <a:buNone/>
            </a:pPr>
            <a:r>
              <a:rPr lang="en-US"/>
              <a:t>Fifth level</a:t>
            </a:r>
          </a:p>
        </p:txBody>
      </p:sp>
      <p:sp>
        <p:nvSpPr>
          <p:cNvPr id="6" name="Freeform 5">
            <a:extLst>
              <a:ext uri="{FF2B5EF4-FFF2-40B4-BE49-F238E27FC236}">
                <a16:creationId xmlns:a16="http://schemas.microsoft.com/office/drawing/2014/main" id="{8220394B-3676-A47D-2298-A38B48BED14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1376494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iography Spotligh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11" name="Picture Placeholder 9">
            <a:extLst>
              <a:ext uri="{FF2B5EF4-FFF2-40B4-BE49-F238E27FC236}">
                <a16:creationId xmlns:a16="http://schemas.microsoft.com/office/drawing/2014/main" id="{E5C7C011-127A-0143-3287-56B2493616F3}"/>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17" name="Text Placeholder 28">
            <a:extLst>
              <a:ext uri="{FF2B5EF4-FFF2-40B4-BE49-F238E27FC236}">
                <a16:creationId xmlns:a16="http://schemas.microsoft.com/office/drawing/2014/main" id="{C3433E12-13DE-2F76-CD91-AD464AFB9124}"/>
              </a:ext>
            </a:extLst>
          </p:cNvPr>
          <p:cNvSpPr>
            <a:spLocks noGrp="1"/>
          </p:cNvSpPr>
          <p:nvPr>
            <p:ph type="body" sz="quarter" idx="94"/>
          </p:nvPr>
        </p:nvSpPr>
        <p:spPr>
          <a:xfrm>
            <a:off x="4784011" y="697706"/>
            <a:ext cx="2623978" cy="1448594"/>
          </a:xfrm>
        </p:spPr>
        <p:txBody>
          <a:bodyPr>
            <a:noAutofit/>
          </a:bodyPr>
          <a:lstStyle>
            <a:lvl1pPr marL="0" indent="0">
              <a:spcAft>
                <a:spcPts val="200"/>
              </a:spcAft>
              <a:buFont typeface="Arial" panose="020B0604020202020204" pitchFamily="34" charset="0"/>
              <a:buNone/>
              <a:defRPr sz="1800" b="1"/>
            </a:lvl1pPr>
            <a:lvl2pPr marL="0" indent="0">
              <a:spcAft>
                <a:spcPts val="600"/>
              </a:spcAft>
              <a:buNone/>
              <a:defRPr sz="1800"/>
            </a:lvl2pPr>
            <a:lvl3pPr marL="228600" indent="-228600">
              <a:spcAft>
                <a:spcPts val="600"/>
              </a:spcAft>
              <a:buClrTx/>
              <a:buFont typeface="GT America" charset="0"/>
              <a:buChar char="→"/>
              <a:defRPr sz="1800"/>
            </a:lvl3pPr>
            <a:lvl4pPr marL="228600" indent="-228600">
              <a:spcAft>
                <a:spcPts val="600"/>
              </a:spcAft>
              <a:buClrTx/>
              <a:buFont typeface="GT America" charset="0"/>
              <a:buChar char="→"/>
              <a:defRPr sz="1800"/>
            </a:lvl4pPr>
            <a:lvl5pPr marL="228600" indent="-228600">
              <a:spcAft>
                <a:spcPts val="600"/>
              </a:spcAft>
              <a:buClrTx/>
              <a:buFont typeface="GT America" charset="0"/>
              <a:buChar char="→"/>
              <a:defRPr sz="1800"/>
            </a:lvl5pPr>
            <a:lvl6pPr marL="228600" indent="-228600">
              <a:spcAft>
                <a:spcPts val="600"/>
              </a:spcAft>
              <a:buClrTx/>
              <a:buFont typeface="GT America" charset="0"/>
              <a:buChar char="→"/>
              <a:defRPr sz="1800"/>
            </a:lvl6pPr>
            <a:lvl7pPr marL="228600" indent="-228600">
              <a:spcAft>
                <a:spcPts val="600"/>
              </a:spcAft>
              <a:buClrTx/>
              <a:buFont typeface="GT America" charset="0"/>
              <a:buChar char="→"/>
              <a:defRPr sz="1800"/>
            </a:lvl7pPr>
            <a:lvl8pPr marL="228600" indent="-228600">
              <a:spcAft>
                <a:spcPts val="600"/>
              </a:spcAft>
              <a:buClrTx/>
              <a:buFont typeface="GT America" charset="0"/>
              <a:buChar char="→"/>
              <a:defRPr sz="1800"/>
            </a:lvl8pPr>
            <a:lvl9pPr marL="228600" indent="-228600">
              <a:spcAft>
                <a:spcPts val="600"/>
              </a:spcAft>
              <a:buClrTx/>
              <a:buFont typeface="GT America" charset="0"/>
              <a:buChar char="→"/>
              <a:defRPr sz="1800"/>
            </a:lvl9pPr>
          </a:lstStyle>
          <a:p>
            <a:pPr lvl="0"/>
            <a:r>
              <a:rPr lang="en-US"/>
              <a:t>Click to edit Master text styles</a:t>
            </a:r>
          </a:p>
          <a:p>
            <a:pPr lvl="1"/>
            <a:r>
              <a:rPr lang="en-US"/>
              <a:t>Second level</a:t>
            </a:r>
          </a:p>
          <a:p>
            <a:pPr lvl="2"/>
            <a:r>
              <a:rPr lang="en-US"/>
              <a:t>Third level</a:t>
            </a:r>
          </a:p>
        </p:txBody>
      </p:sp>
      <p:sp>
        <p:nvSpPr>
          <p:cNvPr id="19" name="Text Placeholder 18">
            <a:extLst>
              <a:ext uri="{FF2B5EF4-FFF2-40B4-BE49-F238E27FC236}">
                <a16:creationId xmlns:a16="http://schemas.microsoft.com/office/drawing/2014/main" id="{A5CC0331-67E4-97F1-FFCC-045A5FC24A40}"/>
              </a:ext>
            </a:extLst>
          </p:cNvPr>
          <p:cNvSpPr>
            <a:spLocks noGrp="1"/>
          </p:cNvSpPr>
          <p:nvPr>
            <p:ph type="body" sz="quarter" idx="95"/>
          </p:nvPr>
        </p:nvSpPr>
        <p:spPr>
          <a:xfrm>
            <a:off x="7600950" y="697706"/>
            <a:ext cx="4037013" cy="4744244"/>
          </a:xfrm>
        </p:spPr>
        <p:txBody>
          <a:bodyPr/>
          <a:lstStyle>
            <a:lvl1pPr>
              <a:defRPr b="1">
                <a:solidFill>
                  <a:schemeClr val="tx2"/>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8">
            <a:extLst>
              <a:ext uri="{FF2B5EF4-FFF2-40B4-BE49-F238E27FC236}">
                <a16:creationId xmlns:a16="http://schemas.microsoft.com/office/drawing/2014/main" id="{5E6F9140-B540-5013-5831-F1E9C81243B3}"/>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4" name="Text Placeholder 10">
            <a:extLst>
              <a:ext uri="{FF2B5EF4-FFF2-40B4-BE49-F238E27FC236}">
                <a16:creationId xmlns:a16="http://schemas.microsoft.com/office/drawing/2014/main" id="{6729DA4E-55B8-5A9B-E5DF-CA71583D323E}"/>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E1135D2B-9B8D-C0CC-7E29-3095E5284DC8}"/>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5101782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graphy Spotligh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927C77-4BA5-963C-77AB-D1E17369A031}"/>
              </a:ext>
            </a:extLst>
          </p:cNvPr>
          <p:cNvSpPr/>
          <p:nvPr userDrawn="1"/>
        </p:nvSpPr>
        <p:spPr bwMode="ltGray">
          <a:xfrm>
            <a:off x="0" y="0"/>
            <a:ext cx="405765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7">
            <a:extLst>
              <a:ext uri="{FF2B5EF4-FFF2-40B4-BE49-F238E27FC236}">
                <a16:creationId xmlns:a16="http://schemas.microsoft.com/office/drawing/2014/main" id="{0E2ADB5F-BB7A-E503-6385-47B7F4A752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CCA8152B-F410-5052-DF3D-06C6DD4D2381}"/>
              </a:ext>
            </a:extLst>
          </p:cNvPr>
          <p:cNvSpPr>
            <a:spLocks noGrp="1"/>
          </p:cNvSpPr>
          <p:nvPr>
            <p:ph type="sldNum" sz="quarter" idx="12"/>
          </p:nvPr>
        </p:nvSpPr>
        <p:spPr/>
        <p:txBody>
          <a:bodyPr/>
          <a:lstStyle>
            <a:lvl1pPr>
              <a:defRPr>
                <a:solidFill>
                  <a:schemeClr val="tx1"/>
                </a:solidFill>
              </a:defRPr>
            </a:lvl1pPr>
          </a:lstStyle>
          <a:p>
            <a:fld id="{862A5111-985B-C14D-9115-5787026182A8}" type="slidenum">
              <a:rPr lang="en-US" smtClean="0"/>
              <a:pPr/>
              <a:t>‹#›</a:t>
            </a:fld>
            <a:endParaRPr lang="en-US"/>
          </a:p>
        </p:txBody>
      </p:sp>
      <p:sp>
        <p:nvSpPr>
          <p:cNvPr id="4" name="Content Placeholder 14">
            <a:extLst>
              <a:ext uri="{FF2B5EF4-FFF2-40B4-BE49-F238E27FC236}">
                <a16:creationId xmlns:a16="http://schemas.microsoft.com/office/drawing/2014/main" id="{0F4207BC-188D-C830-B83A-98B60C773C10}"/>
              </a:ext>
            </a:extLst>
          </p:cNvPr>
          <p:cNvSpPr>
            <a:spLocks noGrp="1"/>
          </p:cNvSpPr>
          <p:nvPr>
            <p:ph sz="quarter" idx="18" hasCustomPrompt="1"/>
          </p:nvPr>
        </p:nvSpPr>
        <p:spPr>
          <a:xfrm>
            <a:off x="4781551" y="697706"/>
            <a:ext cx="6856412" cy="5469732"/>
          </a:xfrm>
        </p:spPr>
        <p:txBody>
          <a:bodyPr numCol="1" spcCol="219456"/>
          <a:lstStyle>
            <a:lvl1pPr>
              <a:spcAft>
                <a:spcPts val="0"/>
              </a:spcAft>
              <a:defRPr sz="1800" b="1">
                <a:solidFill>
                  <a:schemeClr val="tx1"/>
                </a:solidFill>
                <a:latin typeface="+mn-lt"/>
              </a:defRPr>
            </a:lvl1pPr>
            <a:lvl2pPr marL="0" indent="0">
              <a:buNone/>
              <a:defRPr sz="1800" b="0">
                <a:solidFill>
                  <a:schemeClr val="tx1"/>
                </a:solidFill>
              </a:defRPr>
            </a:lvl2pPr>
            <a:lvl3pPr marL="3175" indent="0">
              <a:buFont typeface="GT America Regular" charset="0"/>
              <a:buNone/>
              <a:defRPr sz="1400" b="1">
                <a:solidFill>
                  <a:schemeClr val="tx2"/>
                </a:solidFill>
              </a:defRPr>
            </a:lvl3pPr>
            <a:lvl4pPr marL="0" indent="0">
              <a:buClrTx/>
              <a:buFont typeface="GT America Regular" charset="0"/>
              <a:buNone/>
              <a:defRPr sz="1400"/>
            </a:lvl4pPr>
            <a:lvl5pPr marL="287338" indent="-287338">
              <a:buClrTx/>
              <a:buFont typeface="GT America Regular" charset="0"/>
              <a:buChar char="→"/>
              <a:defRPr sz="1400"/>
            </a:lvl5pPr>
            <a:lvl6pPr marL="458788" indent="-171450">
              <a:buClr>
                <a:schemeClr val="accent1"/>
              </a:buClr>
              <a:buFont typeface="Arial" panose="020B0604020202020204" pitchFamily="34" charset="0"/>
              <a:buChar char="•"/>
              <a:defRPr sz="1300"/>
            </a:lvl6pPr>
            <a:lvl7pPr marL="627063" indent="-174625">
              <a:buClrTx/>
              <a:buFont typeface="GT America Regular" pitchFamily="50" charset="0"/>
              <a:buChar char="–"/>
              <a:defRPr sz="1300"/>
            </a:lvl7pPr>
            <a:lvl8pPr marL="800100" indent="-174625">
              <a:buClr>
                <a:schemeClr val="accent1"/>
              </a:buClr>
              <a:buFont typeface="GT America Regular" charset="0"/>
              <a:buChar char="–"/>
              <a:defRPr sz="1200"/>
            </a:lvl8pPr>
            <a:lvl9pPr marL="973138" indent="-171450">
              <a:buClrTx/>
              <a:buFont typeface="GT America Regular" pitchFamily="50" charset="0"/>
              <a:buChar char="»"/>
              <a:defRPr sz="1200"/>
            </a:lvl9pPr>
          </a:lstStyle>
          <a:p>
            <a:pPr lvl="0"/>
            <a:r>
              <a:rPr lang="en-US" err="1"/>
              <a:t>Firstname</a:t>
            </a:r>
            <a:r>
              <a:rPr lang="en-US"/>
              <a:t> </a:t>
            </a:r>
            <a:r>
              <a:rPr lang="en-US" err="1"/>
              <a:t>Lastname</a:t>
            </a:r>
            <a:r>
              <a:rPr lang="en-US"/>
              <a:t>, first level</a:t>
            </a:r>
          </a:p>
          <a:p>
            <a:pPr lvl="1"/>
            <a:r>
              <a:rPr lang="en-US"/>
              <a:t>Title/department, second level</a:t>
            </a:r>
          </a:p>
          <a:p>
            <a:pPr lvl="2"/>
            <a:r>
              <a:rPr lang="en-US"/>
              <a:t>Introduction or highlighted passage, 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Picture Placeholder 9">
            <a:extLst>
              <a:ext uri="{FF2B5EF4-FFF2-40B4-BE49-F238E27FC236}">
                <a16:creationId xmlns:a16="http://schemas.microsoft.com/office/drawing/2014/main" id="{FB14F9FF-819F-A907-0A8B-A72101BD116F}"/>
              </a:ext>
            </a:extLst>
          </p:cNvPr>
          <p:cNvSpPr>
            <a:spLocks noGrp="1"/>
          </p:cNvSpPr>
          <p:nvPr>
            <p:ph type="pic" sz="quarter" idx="29" hasCustomPrompt="1"/>
          </p:nvPr>
        </p:nvSpPr>
        <p:spPr>
          <a:xfrm>
            <a:off x="0" y="2391176"/>
            <a:ext cx="4057649" cy="4466823"/>
          </a:xfrm>
          <a:noFill/>
          <a:ln>
            <a:noFill/>
          </a:ln>
        </p:spPr>
        <p:txBody>
          <a:bodyPr anchor="ctr"/>
          <a:lstStyle>
            <a:lvl1pPr algn="ctr">
              <a:defRPr>
                <a:solidFill>
                  <a:schemeClr val="bg1"/>
                </a:solidFill>
                <a:latin typeface="+mn-lt"/>
              </a:defRPr>
            </a:lvl1pPr>
          </a:lstStyle>
          <a:p>
            <a:r>
              <a:rPr lang="en-US"/>
              <a:t>Silhouette</a:t>
            </a:r>
            <a:br>
              <a:rPr lang="en-US"/>
            </a:br>
            <a:r>
              <a:rPr lang="en-US"/>
              <a:t>portrait</a:t>
            </a:r>
          </a:p>
        </p:txBody>
      </p:sp>
      <p:sp>
        <p:nvSpPr>
          <p:cNvPr id="6" name="Title 8">
            <a:extLst>
              <a:ext uri="{FF2B5EF4-FFF2-40B4-BE49-F238E27FC236}">
                <a16:creationId xmlns:a16="http://schemas.microsoft.com/office/drawing/2014/main" id="{D9CADC76-6396-AF54-8796-7A15A6DD18BE}"/>
              </a:ext>
            </a:extLst>
          </p:cNvPr>
          <p:cNvSpPr>
            <a:spLocks noGrp="1"/>
          </p:cNvSpPr>
          <p:nvPr>
            <p:ph type="title"/>
          </p:nvPr>
        </p:nvSpPr>
        <p:spPr>
          <a:xfrm>
            <a:off x="546101" y="552450"/>
            <a:ext cx="3346704" cy="928909"/>
          </a:xfrm>
        </p:spPr>
        <p:txBody>
          <a:bodyPr>
            <a:spAutoFit/>
          </a:bodyPr>
          <a:lstStyle>
            <a:lvl1pPr algn="l">
              <a:defRPr b="1">
                <a:solidFill>
                  <a:schemeClr val="bg1"/>
                </a:solidFill>
              </a:defRPr>
            </a:lvl1pPr>
          </a:lstStyle>
          <a:p>
            <a:r>
              <a:rPr lang="en-US"/>
              <a:t>Click to edit Master title style</a:t>
            </a:r>
          </a:p>
        </p:txBody>
      </p:sp>
      <p:sp>
        <p:nvSpPr>
          <p:cNvPr id="7" name="Text Placeholder 10">
            <a:extLst>
              <a:ext uri="{FF2B5EF4-FFF2-40B4-BE49-F238E27FC236}">
                <a16:creationId xmlns:a16="http://schemas.microsoft.com/office/drawing/2014/main" id="{C461A934-EA9F-C921-D401-6A693313325C}"/>
              </a:ext>
            </a:extLst>
          </p:cNvPr>
          <p:cNvSpPr>
            <a:spLocks noGrp="1"/>
          </p:cNvSpPr>
          <p:nvPr>
            <p:ph type="body" sz="quarter" idx="45" hasCustomPrompt="1"/>
          </p:nvPr>
        </p:nvSpPr>
        <p:spPr>
          <a:xfrm>
            <a:off x="546100" y="1621059"/>
            <a:ext cx="3346704" cy="597792"/>
          </a:xfrm>
        </p:spPr>
        <p:txBody>
          <a:bodyPr>
            <a:spAutoFit/>
          </a:bodyPr>
          <a:lstStyle>
            <a:lvl1pPr marL="0" algn="l" defTabSz="914400" rtl="0" eaLnBrk="1" latinLnBrk="0" hangingPunct="1">
              <a:lnSpc>
                <a:spcPct val="80000"/>
              </a:lnSpc>
              <a:spcBef>
                <a:spcPts val="0"/>
              </a:spcBef>
              <a:spcAft>
                <a:spcPts val="0"/>
              </a:spcAft>
              <a:buNone/>
              <a:defRPr lang="en-US" sz="2400" b="1" i="0" kern="1200" dirty="0" smtClean="0">
                <a:solidFill>
                  <a:schemeClr val="bg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None/>
              <a:defRPr lang="en-US" sz="2400" b="0" i="0" kern="1200" dirty="0">
                <a:solidFill>
                  <a:schemeClr val="accent1"/>
                </a:solidFill>
                <a:latin typeface="+mj-lt"/>
                <a:ea typeface="GT America Regular" charset="0"/>
                <a:cs typeface="GT America Regular" charset="0"/>
              </a:defRPr>
            </a:lvl9pPr>
          </a:lstStyle>
          <a:p>
            <a:pPr lvl="0"/>
            <a:r>
              <a:rPr lang="en-US"/>
              <a:t>Click to edit Master</a:t>
            </a:r>
            <a:br>
              <a:rPr lang="en-US"/>
            </a:br>
            <a:r>
              <a:rPr lang="en-US"/>
              <a:t>text</a:t>
            </a:r>
          </a:p>
        </p:txBody>
      </p:sp>
      <p:sp>
        <p:nvSpPr>
          <p:cNvPr id="5" name="Freeform 5">
            <a:extLst>
              <a:ext uri="{FF2B5EF4-FFF2-40B4-BE49-F238E27FC236}">
                <a16:creationId xmlns:a16="http://schemas.microsoft.com/office/drawing/2014/main" id="{6B3339D0-0F6C-82C7-8438-B70031C5C7D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04867336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ack Cover 1">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3" name="Freeform 5">
            <a:extLst>
              <a:ext uri="{FF2B5EF4-FFF2-40B4-BE49-F238E27FC236}">
                <a16:creationId xmlns:a16="http://schemas.microsoft.com/office/drawing/2014/main" id="{DBEF819D-FDFF-C217-9B0B-68E353B7B355}"/>
              </a:ext>
            </a:extLst>
          </p:cNvPr>
          <p:cNvSpPr/>
          <p:nvPr userDrawn="1"/>
        </p:nvSpPr>
        <p:spPr bwMode="black">
          <a:xfrm>
            <a:off x="539749" y="502825"/>
            <a:ext cx="11098213" cy="1839149"/>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chemeClr val="tx1"/>
          </a:solidFill>
          <a:ln w="0" cap="flat">
            <a:noFill/>
            <a:prstDash val="solid"/>
            <a:miter/>
          </a:ln>
        </p:spPr>
        <p:txBody>
          <a:bodyPr rtlCol="0" anchor="ctr"/>
          <a:lstStyle/>
          <a:p>
            <a:endParaRPr lang="en-US">
              <a:solidFill>
                <a:schemeClr val="tx1"/>
              </a:solidFill>
            </a:endParaRPr>
          </a:p>
        </p:txBody>
      </p:sp>
      <p:sp>
        <p:nvSpPr>
          <p:cNvPr id="5" name="Text Placeholder 9">
            <a:extLst>
              <a:ext uri="{FF2B5EF4-FFF2-40B4-BE49-F238E27FC236}">
                <a16:creationId xmlns:a16="http://schemas.microsoft.com/office/drawing/2014/main" id="{5FB2903F-88A1-83A6-3840-2C6F40ADA372}"/>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14" name="Text Placeholder 28">
            <a:extLst>
              <a:ext uri="{FF2B5EF4-FFF2-40B4-BE49-F238E27FC236}">
                <a16:creationId xmlns:a16="http://schemas.microsoft.com/office/drawing/2014/main" id="{E9355155-D34A-C8FB-FD7F-D8F2AFB05465}"/>
              </a:ext>
            </a:extLst>
          </p:cNvPr>
          <p:cNvSpPr>
            <a:spLocks noGrp="1"/>
          </p:cNvSpPr>
          <p:nvPr>
            <p:ph type="body" sz="quarter" idx="94"/>
          </p:nvPr>
        </p:nvSpPr>
        <p:spPr>
          <a:xfrm>
            <a:off x="534487"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5" name="Text Placeholder 31">
            <a:extLst>
              <a:ext uri="{FF2B5EF4-FFF2-40B4-BE49-F238E27FC236}">
                <a16:creationId xmlns:a16="http://schemas.microsoft.com/office/drawing/2014/main" id="{C7ABDCD6-3B21-724A-2B90-283DF93F2DD4}"/>
              </a:ext>
            </a:extLst>
          </p:cNvPr>
          <p:cNvSpPr>
            <a:spLocks noGrp="1"/>
          </p:cNvSpPr>
          <p:nvPr>
            <p:ph type="body" sz="quarter" idx="95"/>
          </p:nvPr>
        </p:nvSpPr>
        <p:spPr>
          <a:xfrm>
            <a:off x="3373598" y="6001088"/>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16" name="Text Placeholder 33">
            <a:extLst>
              <a:ext uri="{FF2B5EF4-FFF2-40B4-BE49-F238E27FC236}">
                <a16:creationId xmlns:a16="http://schemas.microsoft.com/office/drawing/2014/main" id="{9B2F4F16-C191-1C55-93DF-40C406D4E32E}"/>
              </a:ext>
            </a:extLst>
          </p:cNvPr>
          <p:cNvSpPr>
            <a:spLocks noGrp="1"/>
          </p:cNvSpPr>
          <p:nvPr>
            <p:ph type="body" sz="quarter" idx="96"/>
          </p:nvPr>
        </p:nvSpPr>
        <p:spPr>
          <a:xfrm>
            <a:off x="6194425" y="5993489"/>
            <a:ext cx="2623978" cy="588286"/>
          </a:xfrm>
        </p:spPr>
        <p:txBody>
          <a:bodyPr anchor="b">
            <a:noAutofit/>
          </a:bodyPr>
          <a:lstStyle>
            <a:lvl1pPr marL="0" indent="0">
              <a:spcAft>
                <a:spcPts val="200"/>
              </a:spcAft>
              <a:buFont typeface="Arial" panose="020B0604020202020204" pitchFamily="34" charset="0"/>
              <a:buNone/>
              <a:defRPr sz="1200" b="1"/>
            </a:lvl1pPr>
            <a:lvl2pPr marL="0" indent="0">
              <a:spcAft>
                <a:spcPts val="600"/>
              </a:spcAft>
              <a:buNone/>
              <a:defRPr sz="1200"/>
            </a:lvl2pPr>
            <a:lvl3pPr marL="228600" indent="-228600">
              <a:spcAft>
                <a:spcPts val="600"/>
              </a:spcAft>
              <a:buClrTx/>
              <a:buFont typeface="GT America" charset="0"/>
              <a:buChar char="→"/>
              <a:defRPr sz="1200"/>
            </a:lvl3pPr>
            <a:lvl4pPr marL="228600" indent="-228600">
              <a:spcAft>
                <a:spcPts val="600"/>
              </a:spcAft>
              <a:buClrTx/>
              <a:buFont typeface="GT America" charset="0"/>
              <a:buChar char="→"/>
              <a:defRPr sz="1200"/>
            </a:lvl4pPr>
            <a:lvl5pPr marL="228600" indent="-228600">
              <a:spcAft>
                <a:spcPts val="600"/>
              </a:spcAft>
              <a:buClrTx/>
              <a:buFont typeface="GT America" charset="0"/>
              <a:buChar char="→"/>
              <a:defRPr sz="1200"/>
            </a:lvl5pPr>
            <a:lvl6pPr marL="228600" indent="-228600">
              <a:spcAft>
                <a:spcPts val="600"/>
              </a:spcAft>
              <a:buClrTx/>
              <a:buFont typeface="GT America" charset="0"/>
              <a:buChar char="→"/>
              <a:defRPr sz="1200"/>
            </a:lvl6pPr>
            <a:lvl7pPr marL="228600" indent="-228600">
              <a:spcAft>
                <a:spcPts val="600"/>
              </a:spcAft>
              <a:buClrTx/>
              <a:buFont typeface="GT America" charset="0"/>
              <a:buChar char="→"/>
              <a:defRPr sz="1200"/>
            </a:lvl7pPr>
            <a:lvl8pPr marL="228600" indent="-228600">
              <a:spcAft>
                <a:spcPts val="600"/>
              </a:spcAft>
              <a:buClrTx/>
              <a:buFont typeface="GT America" charset="0"/>
              <a:buChar char="→"/>
              <a:defRPr sz="1200"/>
            </a:lvl8pPr>
            <a:lvl9pPr marL="228600" indent="-228600">
              <a:spcAft>
                <a:spcPts val="600"/>
              </a:spcAft>
              <a:buClrTx/>
              <a:buFont typeface="GT America" charset="0"/>
              <a:buChar char="→"/>
              <a:defRPr sz="1200"/>
            </a:lvl9pPr>
          </a:lstStyle>
          <a:p>
            <a:pPr lvl="0"/>
            <a:r>
              <a:rPr lang="en-US"/>
              <a:t>Click to edit Master text styles</a:t>
            </a:r>
          </a:p>
          <a:p>
            <a:pPr lvl="1"/>
            <a:r>
              <a:rPr lang="en-US"/>
              <a:t>Second level</a:t>
            </a:r>
          </a:p>
          <a:p>
            <a:pPr lvl="2"/>
            <a:r>
              <a:rPr lang="en-US"/>
              <a:t>Third level</a:t>
            </a:r>
          </a:p>
        </p:txBody>
      </p:sp>
      <p:sp>
        <p:nvSpPr>
          <p:cNvPr id="4" name="Title 1">
            <a:extLst>
              <a:ext uri="{FF2B5EF4-FFF2-40B4-BE49-F238E27FC236}">
                <a16:creationId xmlns:a16="http://schemas.microsoft.com/office/drawing/2014/main" id="{1352C076-8712-4C5D-E1C5-1571EB4128B5}"/>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Tree>
    <p:extLst>
      <p:ext uri="{BB962C8B-B14F-4D97-AF65-F5344CB8AC3E}">
        <p14:creationId xmlns:p14="http://schemas.microsoft.com/office/powerpoint/2010/main" val="400731790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ack Cover 2">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8834B98-F94F-BBE0-213C-85AFCDC4764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bwMode="hidden">
          <a:xfrm>
            <a:off x="-5621" y="0"/>
            <a:ext cx="12188952"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8" name="Title 1">
            <a:extLst>
              <a:ext uri="{FF2B5EF4-FFF2-40B4-BE49-F238E27FC236}">
                <a16:creationId xmlns:a16="http://schemas.microsoft.com/office/drawing/2014/main" id="{77A47E2D-BD30-C818-22DF-44FA108B4771}"/>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BFA9807F-AFDD-9C54-B84B-1C8AD0D832F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364025283"/>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ack Cover 3">
    <p:bg>
      <p:bgPr>
        <a:solidFill>
          <a:schemeClr val="bg2"/>
        </a:solidFill>
        <a:effectLst/>
      </p:bgPr>
    </p:bg>
    <p:spTree>
      <p:nvGrpSpPr>
        <p:cNvPr id="1" name=""/>
        <p:cNvGrpSpPr/>
        <p:nvPr/>
      </p:nvGrpSpPr>
      <p:grpSpPr>
        <a:xfrm>
          <a:off x="0" y="0"/>
          <a:ext cx="0" cy="0"/>
          <a:chOff x="0" y="0"/>
          <a:chExt cx="0" cy="0"/>
        </a:xfrm>
      </p:grpSpPr>
      <p:pic>
        <p:nvPicPr>
          <p:cNvPr id="3" name="Picture 2" descr="A blue and black background&#10;&#10;Description automatically generated">
            <a:extLst>
              <a:ext uri="{FF2B5EF4-FFF2-40B4-BE49-F238E27FC236}">
                <a16:creationId xmlns:a16="http://schemas.microsoft.com/office/drawing/2014/main" id="{0D6E9EB7-DA68-6FEF-F74F-A0D61C26CA0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hidden">
          <a:xfrm>
            <a:off x="0" y="-1"/>
            <a:ext cx="12192000" cy="6858000"/>
          </a:xfrm>
          <a:prstGeom prst="rect">
            <a:avLst/>
          </a:prstGeom>
        </p:spPr>
      </p:pic>
      <p:sp>
        <p:nvSpPr>
          <p:cNvPr id="5" name="Text Placeholder 9">
            <a:extLst>
              <a:ext uri="{FF2B5EF4-FFF2-40B4-BE49-F238E27FC236}">
                <a16:creationId xmlns:a16="http://schemas.microsoft.com/office/drawing/2014/main" id="{925BD05B-4745-E7F4-97A1-5C222CC090F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Title 1">
            <a:extLst>
              <a:ext uri="{FF2B5EF4-FFF2-40B4-BE49-F238E27FC236}">
                <a16:creationId xmlns:a16="http://schemas.microsoft.com/office/drawing/2014/main" id="{D5FBA839-3BBA-0F89-EDC8-F3651EE49BD4}"/>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Freeform 5">
            <a:extLst>
              <a:ext uri="{FF2B5EF4-FFF2-40B4-BE49-F238E27FC236}">
                <a16:creationId xmlns:a16="http://schemas.microsoft.com/office/drawing/2014/main" id="{7F77997E-75DB-B44B-A05C-1FA794457730}"/>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371700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ack Cover 4">
    <p:bg>
      <p:bgPr>
        <a:solidFill>
          <a:schemeClr val="bg2"/>
        </a:solidFill>
        <a:effectLst/>
      </p:bgPr>
    </p:bg>
    <p:spTree>
      <p:nvGrpSpPr>
        <p:cNvPr id="1" name=""/>
        <p:cNvGrpSpPr/>
        <p:nvPr/>
      </p:nvGrpSpPr>
      <p:grpSpPr>
        <a:xfrm>
          <a:off x="0" y="0"/>
          <a:ext cx="0" cy="0"/>
          <a:chOff x="0" y="0"/>
          <a:chExt cx="0" cy="0"/>
        </a:xfrm>
      </p:grpSpPr>
      <p:sp>
        <p:nvSpPr>
          <p:cNvPr id="20" name="Freeform 19">
            <a:extLst>
              <a:ext uri="{FF2B5EF4-FFF2-40B4-BE49-F238E27FC236}">
                <a16:creationId xmlns:a16="http://schemas.microsoft.com/office/drawing/2014/main" id="{6732315D-1057-6521-C359-22C1DAF4964C}"/>
              </a:ext>
            </a:extLst>
          </p:cNvPr>
          <p:cNvSpPr/>
          <p:nvPr/>
        </p:nvSpPr>
        <p:spPr>
          <a:xfrm>
            <a:off x="3367088" y="552449"/>
            <a:ext cx="8267463" cy="5677842"/>
          </a:xfrm>
          <a:custGeom>
            <a:avLst/>
            <a:gdLst>
              <a:gd name="connsiteX0" fmla="*/ 6722902 w 8267463"/>
              <a:gd name="connsiteY0" fmla="*/ 0 h 5677842"/>
              <a:gd name="connsiteX1" fmla="*/ 8267463 w 8267463"/>
              <a:gd name="connsiteY1" fmla="*/ 0 h 5677842"/>
              <a:gd name="connsiteX2" fmla="*/ 8267463 w 8267463"/>
              <a:gd name="connsiteY2" fmla="*/ 1419448 h 5677842"/>
              <a:gd name="connsiteX3" fmla="*/ 7275694 w 8267463"/>
              <a:gd name="connsiteY3" fmla="*/ 2749701 h 5677842"/>
              <a:gd name="connsiteX4" fmla="*/ 6942385 w 8267463"/>
              <a:gd name="connsiteY4" fmla="*/ 2749701 h 5677842"/>
              <a:gd name="connsiteX5" fmla="*/ 7381363 w 8267463"/>
              <a:gd name="connsiteY5" fmla="*/ 1541121 h 5677842"/>
              <a:gd name="connsiteX6" fmla="*/ 6722902 w 8267463"/>
              <a:gd name="connsiteY6" fmla="*/ 1541121 h 5677842"/>
              <a:gd name="connsiteX7" fmla="*/ 0 w 8267463"/>
              <a:gd name="connsiteY7" fmla="*/ 0 h 5677842"/>
              <a:gd name="connsiteX8" fmla="*/ 2268085 w 8267463"/>
              <a:gd name="connsiteY8" fmla="*/ 0 h 5677842"/>
              <a:gd name="connsiteX9" fmla="*/ 2975321 w 8267463"/>
              <a:gd name="connsiteY9" fmla="*/ 2920028 h 5677842"/>
              <a:gd name="connsiteX10" fmla="*/ 3146041 w 8267463"/>
              <a:gd name="connsiteY10" fmla="*/ 3731148 h 5677842"/>
              <a:gd name="connsiteX11" fmla="*/ 3316761 w 8267463"/>
              <a:gd name="connsiteY11" fmla="*/ 2920028 h 5677842"/>
              <a:gd name="connsiteX12" fmla="*/ 4024010 w 8267463"/>
              <a:gd name="connsiteY12" fmla="*/ 0 h 5677842"/>
              <a:gd name="connsiteX13" fmla="*/ 6292082 w 8267463"/>
              <a:gd name="connsiteY13" fmla="*/ 0 h 5677842"/>
              <a:gd name="connsiteX14" fmla="*/ 6292082 w 8267463"/>
              <a:gd name="connsiteY14" fmla="*/ 5677842 h 5677842"/>
              <a:gd name="connsiteX15" fmla="*/ 4836940 w 8267463"/>
              <a:gd name="connsiteY15" fmla="*/ 5677842 h 5677842"/>
              <a:gd name="connsiteX16" fmla="*/ 4836940 w 8267463"/>
              <a:gd name="connsiteY16" fmla="*/ 1995360 h 5677842"/>
              <a:gd name="connsiteX17" fmla="*/ 4633708 w 8267463"/>
              <a:gd name="connsiteY17" fmla="*/ 2838921 h 5677842"/>
              <a:gd name="connsiteX18" fmla="*/ 3877684 w 8267463"/>
              <a:gd name="connsiteY18" fmla="*/ 5677842 h 5677842"/>
              <a:gd name="connsiteX19" fmla="*/ 2381886 w 8267463"/>
              <a:gd name="connsiteY19" fmla="*/ 5677842 h 5677842"/>
              <a:gd name="connsiteX20" fmla="*/ 1625861 w 8267463"/>
              <a:gd name="connsiteY20" fmla="*/ 2838921 h 5677842"/>
              <a:gd name="connsiteX21" fmla="*/ 1422629 w 8267463"/>
              <a:gd name="connsiteY21" fmla="*/ 1995360 h 5677842"/>
              <a:gd name="connsiteX22" fmla="*/ 1422629 w 8267463"/>
              <a:gd name="connsiteY22" fmla="*/ 5677842 h 5677842"/>
              <a:gd name="connsiteX23" fmla="*/ 0 w 8267463"/>
              <a:gd name="connsiteY23" fmla="*/ 5677842 h 567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67463" h="5677842">
                <a:moveTo>
                  <a:pt x="6722902" y="0"/>
                </a:moveTo>
                <a:lnTo>
                  <a:pt x="8267463" y="0"/>
                </a:lnTo>
                <a:lnTo>
                  <a:pt x="8267463" y="1419448"/>
                </a:lnTo>
                <a:lnTo>
                  <a:pt x="7275694" y="2749701"/>
                </a:lnTo>
                <a:lnTo>
                  <a:pt x="6942385" y="2749701"/>
                </a:lnTo>
                <a:lnTo>
                  <a:pt x="7381363" y="1541121"/>
                </a:lnTo>
                <a:lnTo>
                  <a:pt x="6722902" y="1541121"/>
                </a:lnTo>
                <a:close/>
                <a:moveTo>
                  <a:pt x="0" y="0"/>
                </a:moveTo>
                <a:lnTo>
                  <a:pt x="2268085" y="0"/>
                </a:lnTo>
                <a:lnTo>
                  <a:pt x="2975321" y="2920028"/>
                </a:lnTo>
                <a:lnTo>
                  <a:pt x="3146041" y="3731148"/>
                </a:lnTo>
                <a:lnTo>
                  <a:pt x="3316761" y="2920028"/>
                </a:lnTo>
                <a:lnTo>
                  <a:pt x="4024010" y="0"/>
                </a:lnTo>
                <a:lnTo>
                  <a:pt x="6292082" y="0"/>
                </a:lnTo>
                <a:lnTo>
                  <a:pt x="6292082" y="5677842"/>
                </a:lnTo>
                <a:lnTo>
                  <a:pt x="4836940" y="5677842"/>
                </a:lnTo>
                <a:lnTo>
                  <a:pt x="4836940" y="1995360"/>
                </a:lnTo>
                <a:lnTo>
                  <a:pt x="4633708" y="2838921"/>
                </a:lnTo>
                <a:lnTo>
                  <a:pt x="3877684" y="5677842"/>
                </a:lnTo>
                <a:lnTo>
                  <a:pt x="2381886" y="5677842"/>
                </a:lnTo>
                <a:lnTo>
                  <a:pt x="1625861" y="2838921"/>
                </a:lnTo>
                <a:lnTo>
                  <a:pt x="1422629" y="1995360"/>
                </a:lnTo>
                <a:lnTo>
                  <a:pt x="1422629" y="5677842"/>
                </a:lnTo>
                <a:lnTo>
                  <a:pt x="0" y="5677842"/>
                </a:lnTo>
                <a:close/>
              </a:path>
            </a:pathLst>
          </a:custGeom>
          <a:solidFill>
            <a:schemeClr val="accent1">
              <a:alpha val="25000"/>
            </a:schemeClr>
          </a:solidFill>
          <a:ln w="0"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3" name="Text Placeholder 9">
            <a:extLst>
              <a:ext uri="{FF2B5EF4-FFF2-40B4-BE49-F238E27FC236}">
                <a16:creationId xmlns:a16="http://schemas.microsoft.com/office/drawing/2014/main" id="{2C4DFBF5-AF25-74B3-E64C-151E88405CCD}"/>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2" name="Freeform 5">
            <a:extLst>
              <a:ext uri="{FF2B5EF4-FFF2-40B4-BE49-F238E27FC236}">
                <a16:creationId xmlns:a16="http://schemas.microsoft.com/office/drawing/2014/main" id="{6FED2A2E-7E2C-170E-AC57-174283AFEB92}"/>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275608707"/>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ack Cover 5">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8142973" y="0"/>
            <a:ext cx="2029968" cy="6167438"/>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10162032" y="0"/>
            <a:ext cx="2029968" cy="3984625"/>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7" name="Text Placeholder 9">
            <a:extLst>
              <a:ext uri="{FF2B5EF4-FFF2-40B4-BE49-F238E27FC236}">
                <a16:creationId xmlns:a16="http://schemas.microsoft.com/office/drawing/2014/main" id="{E60D21F8-DDF8-0ABD-B77A-99A1823A2B21}"/>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4" name="Freeform 5">
            <a:extLst>
              <a:ext uri="{FF2B5EF4-FFF2-40B4-BE49-F238E27FC236}">
                <a16:creationId xmlns:a16="http://schemas.microsoft.com/office/drawing/2014/main" id="{4CEA83F8-DF7E-5D88-4F21-FD4880BAE4FB}"/>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800438458"/>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ack Cover 6">
    <p:bg>
      <p:bgPr>
        <a:solidFill>
          <a:schemeClr val="bg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22CA864-4C06-0E60-3B00-A1D84FC28322}"/>
              </a:ext>
            </a:extLst>
          </p:cNvPr>
          <p:cNvSpPr>
            <a:spLocks noGrp="1"/>
          </p:cNvSpPr>
          <p:nvPr>
            <p:ph type="title"/>
          </p:nvPr>
        </p:nvSpPr>
        <p:spPr>
          <a:xfrm>
            <a:off x="539751" y="4567237"/>
            <a:ext cx="5441950" cy="1165225"/>
          </a:xfrm>
          <a:prstGeom prst="rect">
            <a:avLst/>
          </a:prstGeom>
        </p:spPr>
        <p:txBody>
          <a:bodyPr anchor="b"/>
          <a:lstStyle>
            <a:lvl1pPr>
              <a:defRPr b="1">
                <a:solidFill>
                  <a:schemeClr val="tx1"/>
                </a:solidFill>
              </a:defRPr>
            </a:lvl1pPr>
          </a:lstStyle>
          <a:p>
            <a:r>
              <a:rPr lang="en-US"/>
              <a:t>Click to edit Master title style</a:t>
            </a:r>
          </a:p>
        </p:txBody>
      </p:sp>
      <p:sp>
        <p:nvSpPr>
          <p:cNvPr id="2" name="Picture Placeholder 9">
            <a:extLst>
              <a:ext uri="{FF2B5EF4-FFF2-40B4-BE49-F238E27FC236}">
                <a16:creationId xmlns:a16="http://schemas.microsoft.com/office/drawing/2014/main" id="{65CBF573-59E2-9C93-0DC3-78AAB8C05C25}"/>
              </a:ext>
            </a:extLst>
          </p:cNvPr>
          <p:cNvSpPr>
            <a:spLocks noGrp="1"/>
          </p:cNvSpPr>
          <p:nvPr>
            <p:ph type="pic" sz="quarter" idx="13" hasCustomPrompt="1"/>
          </p:nvPr>
        </p:nvSpPr>
        <p:spPr>
          <a:xfrm>
            <a:off x="6096000" y="2425700"/>
            <a:ext cx="2029968" cy="4432300"/>
          </a:xfrm>
          <a:solidFill>
            <a:srgbClr val="A6A9AA"/>
          </a:solidFill>
        </p:spPr>
        <p:txBody>
          <a:bodyPr tIns="548640" anchor="ctr"/>
          <a:lstStyle>
            <a:lvl1pPr algn="ctr">
              <a:defRPr b="0">
                <a:solidFill>
                  <a:schemeClr val="tx2"/>
                </a:solidFill>
                <a:latin typeface="+mn-lt"/>
              </a:defRPr>
            </a:lvl1pPr>
          </a:lstStyle>
          <a:p>
            <a:r>
              <a:rPr lang="en-US"/>
              <a:t>Dynamic slice crop 1</a:t>
            </a:r>
          </a:p>
        </p:txBody>
      </p:sp>
      <p:sp>
        <p:nvSpPr>
          <p:cNvPr id="3" name="Picture Placeholder 9">
            <a:extLst>
              <a:ext uri="{FF2B5EF4-FFF2-40B4-BE49-F238E27FC236}">
                <a16:creationId xmlns:a16="http://schemas.microsoft.com/office/drawing/2014/main" id="{611BAA65-5556-8A7C-F1DA-A7D11150A35C}"/>
              </a:ext>
            </a:extLst>
          </p:cNvPr>
          <p:cNvSpPr>
            <a:spLocks noGrp="1"/>
          </p:cNvSpPr>
          <p:nvPr>
            <p:ph type="pic" sz="quarter" idx="14" hasCustomPrompt="1"/>
          </p:nvPr>
        </p:nvSpPr>
        <p:spPr>
          <a:xfrm>
            <a:off x="8125968" y="0"/>
            <a:ext cx="4066032" cy="4567237"/>
          </a:xfrm>
          <a:solidFill>
            <a:srgbClr val="A6A9AA"/>
          </a:solidFill>
        </p:spPr>
        <p:txBody>
          <a:bodyPr tIns="548640" anchor="ctr"/>
          <a:lstStyle>
            <a:lvl1pPr algn="ctr">
              <a:defRPr b="0">
                <a:solidFill>
                  <a:schemeClr val="tx2"/>
                </a:solidFill>
                <a:latin typeface="+mn-lt"/>
              </a:defRPr>
            </a:lvl1pPr>
          </a:lstStyle>
          <a:p>
            <a:pPr marL="0" marR="0" lvl="0" indent="0" algn="ctr" defTabSz="914400" rtl="0" eaLnBrk="1" fontAlgn="auto" latinLnBrk="0" hangingPunct="1">
              <a:lnSpc>
                <a:spcPct val="101000"/>
              </a:lnSpc>
              <a:spcBef>
                <a:spcPts val="0"/>
              </a:spcBef>
              <a:spcAft>
                <a:spcPts val="600"/>
              </a:spcAft>
              <a:buClrTx/>
              <a:buSzTx/>
              <a:buFont typeface="GT America Regular"/>
              <a:buNone/>
              <a:tabLst/>
              <a:defRPr/>
            </a:pPr>
            <a:r>
              <a:rPr lang="en-US"/>
              <a:t>Dynamic slice crop 2</a:t>
            </a:r>
          </a:p>
        </p:txBody>
      </p:sp>
      <p:sp>
        <p:nvSpPr>
          <p:cNvPr id="4" name="Text Placeholder 9">
            <a:extLst>
              <a:ext uri="{FF2B5EF4-FFF2-40B4-BE49-F238E27FC236}">
                <a16:creationId xmlns:a16="http://schemas.microsoft.com/office/drawing/2014/main" id="{0A81BF85-E531-3686-907C-CABBA5BF2785}"/>
              </a:ext>
            </a:extLst>
          </p:cNvPr>
          <p:cNvSpPr>
            <a:spLocks noGrp="1"/>
          </p:cNvSpPr>
          <p:nvPr>
            <p:ph type="body" sz="quarter" idx="15" hasCustomPrompt="1"/>
          </p:nvPr>
        </p:nvSpPr>
        <p:spPr>
          <a:xfrm>
            <a:off x="10417175" y="6308725"/>
            <a:ext cx="1227138" cy="282575"/>
          </a:xfrm>
        </p:spPr>
        <p:txBody>
          <a:bodyPr anchor="b">
            <a:noAutofit/>
          </a:bodyPr>
          <a:lstStyle>
            <a:lvl1pPr marL="4763" indent="0" algn="r">
              <a:buFont typeface="Arial" panose="020B0604020202020204" pitchFamily="34" charset="0"/>
              <a:buNone/>
              <a:tabLst/>
              <a:defRPr sz="1000">
                <a:solidFill>
                  <a:schemeClr val="tx1"/>
                </a:solidFill>
              </a:defRPr>
            </a:lvl1pPr>
            <a:lvl2pPr marL="4763" indent="0" algn="r">
              <a:buNone/>
              <a:tabLst/>
              <a:defRPr sz="1000">
                <a:solidFill>
                  <a:schemeClr val="tx1"/>
                </a:solidFill>
              </a:defRPr>
            </a:lvl2pPr>
            <a:lvl3pPr marL="4763" indent="0" algn="r">
              <a:buNone/>
              <a:tabLst/>
              <a:defRPr sz="1000">
                <a:solidFill>
                  <a:schemeClr val="tx1"/>
                </a:solidFill>
              </a:defRPr>
            </a:lvl3pPr>
            <a:lvl4pPr marL="4763" indent="0" algn="r">
              <a:buNone/>
              <a:tabLst/>
              <a:defRPr sz="1000">
                <a:solidFill>
                  <a:schemeClr val="tx1"/>
                </a:solidFill>
              </a:defRPr>
            </a:lvl4pPr>
            <a:lvl5pPr marL="4763" indent="0" algn="r">
              <a:buNone/>
              <a:tabLst/>
              <a:defRPr sz="1000">
                <a:solidFill>
                  <a:schemeClr val="tx1"/>
                </a:solidFill>
              </a:defRPr>
            </a:lvl5pPr>
            <a:lvl6pPr marL="4763" indent="0" algn="r">
              <a:buNone/>
              <a:tabLst/>
              <a:defRPr sz="1000">
                <a:solidFill>
                  <a:schemeClr val="tx1"/>
                </a:solidFill>
              </a:defRPr>
            </a:lvl6pPr>
            <a:lvl7pPr marL="4763" indent="0" algn="r">
              <a:buNone/>
              <a:tabLst/>
              <a:defRPr sz="1000">
                <a:solidFill>
                  <a:schemeClr val="tx1"/>
                </a:solidFill>
              </a:defRPr>
            </a:lvl7pPr>
            <a:lvl8pPr marL="4763" indent="0" algn="r">
              <a:buNone/>
              <a:tabLst/>
              <a:defRPr sz="1000">
                <a:solidFill>
                  <a:schemeClr val="tx1"/>
                </a:solidFill>
              </a:defRPr>
            </a:lvl8pPr>
            <a:lvl9pPr marL="4763" indent="0" algn="r">
              <a:buNone/>
              <a:tabLst/>
              <a:defRPr sz="1000">
                <a:solidFill>
                  <a:schemeClr val="tx1"/>
                </a:solidFill>
              </a:defRPr>
            </a:lvl9pPr>
          </a:lstStyle>
          <a:p>
            <a:pPr lvl="0"/>
            <a:r>
              <a:rPr lang="en-US"/>
              <a:t>BX Number</a:t>
            </a:r>
          </a:p>
        </p:txBody>
      </p:sp>
      <p:sp>
        <p:nvSpPr>
          <p:cNvPr id="7" name="Freeform 5">
            <a:extLst>
              <a:ext uri="{FF2B5EF4-FFF2-40B4-BE49-F238E27FC236}">
                <a16:creationId xmlns:a16="http://schemas.microsoft.com/office/drawing/2014/main" id="{4D067683-A753-EBE2-7800-5D3A848080CB}"/>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6412824"/>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376998-4040-9761-674E-D9535BFB68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98ADA5-8554-9765-F77A-EDEF8AC9DCA3}"/>
              </a:ext>
            </a:extLst>
          </p:cNvPr>
          <p:cNvSpPr>
            <a:spLocks noGrp="1"/>
          </p:cNvSpPr>
          <p:nvPr>
            <p:ph type="sldNum" sz="quarter" idx="12"/>
          </p:nvPr>
        </p:nvSpPr>
        <p:spPr/>
        <p:txBody>
          <a:bodyPr/>
          <a:lstStyle/>
          <a:p>
            <a:fld id="{862A5111-985B-C14D-9115-5787026182A8}" type="slidenum">
              <a:rPr lang="en-US" smtClean="0"/>
              <a:pPr/>
              <a:t>‹#›</a:t>
            </a:fld>
            <a:endParaRPr lang="en-US"/>
          </a:p>
        </p:txBody>
      </p:sp>
      <p:sp>
        <p:nvSpPr>
          <p:cNvPr id="12" name="TextBox 11">
            <a:extLst>
              <a:ext uri="{FF2B5EF4-FFF2-40B4-BE49-F238E27FC236}">
                <a16:creationId xmlns:a16="http://schemas.microsoft.com/office/drawing/2014/main" id="{3E8F0C73-A398-6456-DB05-CBC41E2EBB3E}"/>
              </a:ext>
            </a:extLst>
          </p:cNvPr>
          <p:cNvSpPr txBox="1"/>
          <p:nvPr userDrawn="1"/>
        </p:nvSpPr>
        <p:spPr>
          <a:xfrm>
            <a:off x="548639" y="552450"/>
            <a:ext cx="11089323" cy="5626363"/>
          </a:xfrm>
          <a:prstGeom prst="rect">
            <a:avLst/>
          </a:prstGeom>
          <a:noFill/>
        </p:spPr>
        <p:txBody>
          <a:bodyPr wrap="square" lIns="0" tIns="0" rIns="0" bIns="0" numCol="2" spcCol="182880">
            <a:noAutofit/>
          </a:bodyPr>
          <a:lstStyle/>
          <a:p>
            <a:r>
              <a:rPr lang="en-US" sz="690" kern="1200" dirty="0">
                <a:solidFill>
                  <a:schemeClr val="tx1"/>
                </a:solidFill>
                <a:effectLst/>
                <a:latin typeface="+mn-lt"/>
                <a:ea typeface="+mn-ea"/>
                <a:cs typeface="+mn-cs"/>
              </a:rPr>
              <a:t>© 2026 Moody’s Corporation, Moody’s Investors Service, Inc., Moody’s Analytics, Inc. and/or their licensors and affiliates (collectively, “MOODY’S”). All rights reserved.</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u="none" strike="noStrike" kern="1200" dirty="0">
                <a:solidFill>
                  <a:schemeClr val="tx1"/>
                </a:solidFill>
                <a:effectLst/>
                <a:latin typeface="+mn-lt"/>
                <a:ea typeface="+mn-ea"/>
                <a:cs typeface="+mn-cs"/>
              </a:rPr>
              <a:t>CREDIT RATINGS ISSUED BY MOODY'S CREDIT RATINGS AFFILIATES ARE THEIR CURRENT OPINIONS OF THE RELATIVE FUTURE CREDIT RISK OF ENTITIES, CREDIT COMMITMENTS, OR DEBT OR DEBT-LIKE SECURITIES, AND MATERIALS, PRODUCTS, SERVICES AND INFORMATION PUBLISHED OR OTHERWISE MADE AVAILABLE BY MOODY’S (COLLECTIVELY, “MATERIALS”) MAY INCLUDE SUCH CURRENT OPINIONS. MOODY’S DEFINES CREDIT RISK AS THE RISK THAT AN ENTITY MAY NOT MEET ITS CONTRACTUAL FINANCIAL OBLIGATIONS AS THEY COME DUE AND ANY ESTIMATED FINANCIAL LOSS IN THE EVENT OF DEFAULT OR IMPAIRMENT. SEE APPLICABLE MOODY’S RATING SYMBOLS AND DEFINITIONS PUBLICATION FOR INFORMATION ON THE TYPES OF CONTRACTUAL FINANCIAL OBLIGATIONS ADDRESSED BY MOODY’S CREDIT RATINGS. CREDIT RATINGS DO NOT ADDRESS ANY OTHER RISK, INCLUDING BUT NOT LIMITED TO: LIQUIDITY RISK, MARKET VALUE RISK, OR PRICE VOLATILITY. CREDIT RATINGS, NON-CREDIT ASSESSMENTS (“ASSESSMENTS”), AND OTHER OPINIONS INCLUDED IN MOODY’S MATERIALS ARE NOT STATEMENTS OF CURRENT OR HISTORICAL FACT. MOODY’S MATERIALS MAY ALSO INCLUDE QUANTITATIVE MODEL-BASED ESTIMATES OF CREDIT RISK AND RELATED OPINIONS OR COMMENTARY PUBLISHED BY MOODY’S ANALYTICS, INC. AND/OR ITS AFFILIATES. MOODY’S CREDIT RATINGS, ASSESSMENTS, OTHER OPINIONS AND MATERIALS DO NOT CONSTITUTE OR PROVIDE LEGAL, COMPLIANCE, INVESTMENT, FINANCIAL OR OTHER PROFESSIONAL ADVICE, AND MOODY’S CREDIT RATINGS, ASSESSMENTS, OTHER OPINIONS AND MATERIALS ARE NOT AND DO NOT PROVIDE RECOMMENDATIONS TO PURCHASE, SELL, OR HOLD PARTICULAR SECURITIES. MOODY’S CREDIT RATINGS, ASSESSMENTS, OTHER OPINIONS AND MATERIALS DO NOT COMMENT ON THE SUITABILITY OF AN INVESTMENT FOR ANY PARTICULAR INVESTOR. MOODY’S ISSUES ITS CREDIT RATINGS, ASSESSMENTS AND OTHER OPINIONS AND PUBLISHES OR OTHERWISE MAKES AVAILABLE ITS MATERIALS WITH THE EXPECTATION AND UNDERSTANDING THAT EACH INVESTOR WILL, WITH DUE CARE, MAKE ITS OWN STUDY AND EVALUATION OF EACH SECURITY THAT IS UNDER CONSIDERATION FOR PURCHASE, HOLDING, OR SALE. </a:t>
            </a:r>
            <a:endParaRPr lang="en-CR" sz="690" u="sng"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CREDIT RATINGS</a:t>
            </a:r>
            <a:r>
              <a:rPr lang="en-US" sz="690" b="1" kern="1200" dirty="0">
                <a:solidFill>
                  <a:schemeClr val="tx1"/>
                </a:solidFill>
                <a:effectLst/>
                <a:latin typeface="+mn-lt"/>
                <a:ea typeface="+mn-ea"/>
                <a:cs typeface="+mn-cs"/>
              </a:rPr>
              <a:t>, </a:t>
            </a:r>
            <a:r>
              <a:rPr lang="en-US" sz="690" kern="1200" dirty="0">
                <a:solidFill>
                  <a:schemeClr val="tx1"/>
                </a:solidFill>
                <a:effectLst/>
                <a:latin typeface="+mn-lt"/>
                <a:ea typeface="+mn-ea"/>
                <a:cs typeface="+mn-cs"/>
              </a:rPr>
              <a:t>ASSESSMENTS, OTHER OPINIONS, AND MATERIALS ARE NOT INTENDED FOR USE BY RETAIL INVESTORS AND IT WOULD BE RECKLESS AND INAPPROPRIATE FOR RETAIL INVESTORS TO USE MOODY’S CREDIT RATINGS, ASSESSMENTS, OTHER OPINIONS OR MATERIALS WHEN MAKING AN INVESTMENT DECISION. IF IN DOUBT YOU SHOULD CONTACT YOUR FINANCIAL OR OTHER PROFESSIONAL ADVISER.</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ALL INFORMATION CONTAINED HEREIN IS PROTECTED BY LAW, INCLUDING BUT NOT LIMITED TO, COPYRIGHT LAW, AND NONE OF SUCH INFORMATION MAY BE COPIED OR OTHERWISE REPRODUCED, REPACKAGED, FURTHER TRANSMITTED, TRANSFERRED, DISSEMINATED, REDISTRIBUTED OR RESOLD, OR STORED FOR SUBSEQUENT USE FOR ANY SUCH PURPOSE, IN WHOLE OR IN PART, IN ANY FORM OR MANNER OR BY ANY MEANS WHATSOEVER, BY ANY PERSON WITHOUT MOODY’S PRIOR WRITTEN CONSENT.  FOR CLARITY, NO INFORMATION CONTAINED HEREIN MAY BE USED TO DEVELOP, IMPROVE, TRAIN OR RETRAIN ANY SOFTWARE PROGRAM OR DATABASE, INCLUDING, BUT NOT LIMITED TO, FOR ANY ARTIFICIAL INTELLIGENCE, MACHINE LEARNING OR NATURAL LANGUAGE PROCESSING SOFTWARE, ALGORITHM, METHODOLOGY AND/OR MODEL.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CREDIT RATINGS</a:t>
            </a:r>
            <a:r>
              <a:rPr lang="en-US" sz="690" b="1" kern="1200" dirty="0">
                <a:solidFill>
                  <a:schemeClr val="tx1"/>
                </a:solidFill>
                <a:effectLst/>
                <a:latin typeface="+mn-lt"/>
                <a:ea typeface="+mn-ea"/>
                <a:cs typeface="+mn-cs"/>
              </a:rPr>
              <a:t>, </a:t>
            </a:r>
            <a:r>
              <a:rPr lang="en-US" sz="690" kern="1200" dirty="0">
                <a:solidFill>
                  <a:schemeClr val="tx1"/>
                </a:solidFill>
                <a:effectLst/>
                <a:latin typeface="+mn-lt"/>
                <a:ea typeface="+mn-ea"/>
                <a:cs typeface="+mn-cs"/>
              </a:rPr>
              <a:t>ASSESSMENTS, OTHER OPINIONS AND MATERIALS ARE NOT INTENDED FOR USE BY ANY PERSON AS A BENCHMARK AS THAT TERM IS DEFINED FOR REGULATORY PURPOSES AND MUST NOT BE USED IN ANY WAY THAT COULD RESULT IN THEM BEING CONSIDERED A BENCHMARK.</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All information contained herein is obtained by MOODY’S from sources believed by it to be accurate and reliable. Because of the possibility of human or mechanical error as well as other factors, however, all information contained herein is provided “AS IS” without warranty of any kind. MOODY'S adopts all necessary measures so that the information it uses in assigning a credit rating or assessment is of sufficient quality and from sources MOODY'S considers to be reliable including, when appropriate, independent third-party sources. However, MOODY’S is not an auditor and cannot in every instance independently verify or validate information received in the credit rating or assessment process or in preparing its Materials.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To the extent permitted by law, MOODY’S and its directors, officers, employees, agents, representatives, licensors and suppliers disclaim liability to any person or entity for any indirect, special, consequential, or incidental losses or damages whatsoever arising from or in connection with the information contained herein or the use of or inability to use any such information, even if MOODY’S or any of its directors, officers, employees, agents, representatives, licensors or suppliers is advised in advance of the possibility of such losses or damages, including but not limited to: (a) any loss of present or prospective profits or (b) any loss or damage arising where the relevant financial instrument is not the subject of a particular credit rating or assessment assigned by MOODY’S.</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To the extent permitted by law, MOODY’S and its directors, officers, employees, agents, representatives, licensors and suppliers disclaim liability for any direct or compensatory losses or damages caused to any person or entity, including but not limited to by any negligence (but excluding fraud, willful misconduct or any other type of liability that, for the avoidance of doubt, by law cannot be excluded) on the part of, or any contingency within or beyond the control of, MOODY’S or any of its directors, officers, employees, agents, representatives, licensors or suppliers, arising from or in connection with the information contained herein or the use of or inability to use any such information.</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NO WARRANTY, EXPRESS OR IMPLIED, AS TO THE ACCURACY, TIMELINESS, COMPLETENESS, MERCHANTABILITY OR FITNESS FOR ANY PARTICULAR PURPOSE OF ANY CREDIT RATING, ASSESSMENT, OTHER OPINION OR INFORMATION IS GIVEN OR MADE BY MOODY’S IN ANY FORM OR MANNER WHATSOEVER.</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Investors Service, Inc., a wholly-owned credit rating agency subsidiary of Moody’s Corporation (“MCO”), hereby discloses that most issuers of debt securities (including corporate and municipal bonds, debentures, notes and commercial paper) and preferred stock rated by Moody’s Investors Service, Inc. have, prior to assignment of any credit rating, agreed to pay Moody’s Investors Service, Inc. for credit ratings opinions and services rendered by it. MCO and all MCO entities that issue ratings under the “Moody’s Ratings” brand name (“Moody’s Ratings”), also maintain policies and procedures to address the independence of Moody’s Ratings’ credit ratings and credit rating processes. Information regarding certain affiliations that may exist between directors of MCO and rated entities, and between entities who hold credit ratings from Moody’s Investors Service, Inc. and have also publicly reported to the SEC an ownership interest in MCO of more than 5%, is posted annually at </a:t>
            </a:r>
            <a:r>
              <a:rPr lang="en-US" sz="690" u="sng" kern="1200" dirty="0">
                <a:solidFill>
                  <a:schemeClr val="tx1"/>
                </a:solidFill>
                <a:effectLst/>
                <a:latin typeface="+mn-lt"/>
                <a:ea typeface="+mn-ea"/>
                <a:cs typeface="+mn-cs"/>
                <a:hlinkClick r:id="rId2"/>
              </a:rPr>
              <a:t>ir.moodys.com</a:t>
            </a:r>
            <a:r>
              <a:rPr lang="en-US" sz="690" kern="1200" dirty="0">
                <a:solidFill>
                  <a:schemeClr val="tx1"/>
                </a:solidFill>
                <a:effectLst/>
                <a:latin typeface="+mn-lt"/>
                <a:ea typeface="+mn-ea"/>
                <a:cs typeface="+mn-cs"/>
              </a:rPr>
              <a:t> under the heading “Investor Relations — Corporate Governance — Charter and Governance Documents - Director and Shareholder Affiliation Policy.”  </a:t>
            </a:r>
            <a:endParaRPr lang="en-CR" sz="690" kern="1200" dirty="0">
              <a:solidFill>
                <a:schemeClr val="tx1"/>
              </a:solidFill>
              <a:effectLst/>
              <a:latin typeface="+mn-lt"/>
              <a:ea typeface="+mn-ea"/>
              <a:cs typeface="+mn-cs"/>
            </a:endParaRPr>
          </a:p>
          <a:p>
            <a:r>
              <a:rPr lang="en-US" sz="690" b="1" i="1"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Moody's SF Japan K.K., Moody's Local AR </a:t>
            </a:r>
            <a:r>
              <a:rPr lang="en-US" sz="690" kern="1200" dirty="0" err="1">
                <a:solidFill>
                  <a:schemeClr val="tx1"/>
                </a:solidFill>
                <a:effectLst/>
                <a:latin typeface="+mn-lt"/>
                <a:ea typeface="+mn-ea"/>
                <a:cs typeface="+mn-cs"/>
              </a:rPr>
              <a:t>Agente</a:t>
            </a:r>
            <a:r>
              <a:rPr lang="en-US" sz="690" kern="1200" dirty="0">
                <a:solidFill>
                  <a:schemeClr val="tx1"/>
                </a:solidFill>
                <a:effectLst/>
                <a:latin typeface="+mn-lt"/>
                <a:ea typeface="+mn-ea"/>
                <a:cs typeface="+mn-cs"/>
              </a:rPr>
              <a:t> de </a:t>
            </a:r>
            <a:r>
              <a:rPr lang="en-US" sz="690" kern="1200" dirty="0" err="1">
                <a:solidFill>
                  <a:schemeClr val="tx1"/>
                </a:solidFill>
                <a:effectLst/>
                <a:latin typeface="+mn-lt"/>
                <a:ea typeface="+mn-ea"/>
                <a:cs typeface="+mn-cs"/>
              </a:rPr>
              <a:t>Calificación</a:t>
            </a:r>
            <a:r>
              <a:rPr lang="en-US" sz="690" kern="1200" dirty="0">
                <a:solidFill>
                  <a:schemeClr val="tx1"/>
                </a:solidFill>
                <a:effectLst/>
                <a:latin typeface="+mn-lt"/>
                <a:ea typeface="+mn-ea"/>
                <a:cs typeface="+mn-cs"/>
              </a:rPr>
              <a:t> de Riesgo S.A., Moody’s Local BR </a:t>
            </a:r>
            <a:r>
              <a:rPr lang="en-US" sz="690" kern="1200" dirty="0" err="1">
                <a:solidFill>
                  <a:schemeClr val="tx1"/>
                </a:solidFill>
                <a:effectLst/>
                <a:latin typeface="+mn-lt"/>
                <a:ea typeface="+mn-ea"/>
                <a:cs typeface="+mn-cs"/>
              </a:rPr>
              <a:t>Agência</a:t>
            </a:r>
            <a:r>
              <a:rPr lang="en-US" sz="690" kern="1200" dirty="0">
                <a:solidFill>
                  <a:schemeClr val="tx1"/>
                </a:solidFill>
                <a:effectLst/>
                <a:latin typeface="+mn-lt"/>
                <a:ea typeface="+mn-ea"/>
                <a:cs typeface="+mn-cs"/>
              </a:rPr>
              <a:t> de </a:t>
            </a:r>
            <a:r>
              <a:rPr lang="en-US" sz="690" kern="1200" dirty="0" err="1">
                <a:solidFill>
                  <a:schemeClr val="tx1"/>
                </a:solidFill>
                <a:effectLst/>
                <a:latin typeface="+mn-lt"/>
                <a:ea typeface="+mn-ea"/>
                <a:cs typeface="+mn-cs"/>
              </a:rPr>
              <a:t>Classificação</a:t>
            </a:r>
            <a:r>
              <a:rPr lang="en-US" sz="690" kern="1200" dirty="0">
                <a:solidFill>
                  <a:schemeClr val="tx1"/>
                </a:solidFill>
                <a:effectLst/>
                <a:latin typeface="+mn-lt"/>
                <a:ea typeface="+mn-ea"/>
                <a:cs typeface="+mn-cs"/>
              </a:rPr>
              <a:t> de Risco LTDA, Moody’s Local MX S.A. de C.V, I.C.V., Moody's Local PE </a:t>
            </a:r>
            <a:r>
              <a:rPr lang="en-US" sz="690" kern="1200" dirty="0" err="1">
                <a:solidFill>
                  <a:schemeClr val="tx1"/>
                </a:solidFill>
                <a:effectLst/>
                <a:latin typeface="+mn-lt"/>
                <a:ea typeface="+mn-ea"/>
                <a:cs typeface="+mn-cs"/>
              </a:rPr>
              <a:t>Clasificadora</a:t>
            </a:r>
            <a:r>
              <a:rPr lang="en-US" sz="690" kern="1200" dirty="0">
                <a:solidFill>
                  <a:schemeClr val="tx1"/>
                </a:solidFill>
                <a:effectLst/>
                <a:latin typeface="+mn-lt"/>
                <a:ea typeface="+mn-ea"/>
                <a:cs typeface="+mn-cs"/>
              </a:rPr>
              <a:t> de Riesgo S.A., Moody's Local PA </a:t>
            </a:r>
            <a:r>
              <a:rPr lang="en-US" sz="690" kern="1200" dirty="0" err="1">
                <a:solidFill>
                  <a:schemeClr val="tx1"/>
                </a:solidFill>
                <a:effectLst/>
                <a:latin typeface="+mn-lt"/>
                <a:ea typeface="+mn-ea"/>
                <a:cs typeface="+mn-cs"/>
              </a:rPr>
              <a:t>Calificadora</a:t>
            </a:r>
            <a:r>
              <a:rPr lang="en-US" sz="690" kern="1200" dirty="0">
                <a:solidFill>
                  <a:schemeClr val="tx1"/>
                </a:solidFill>
                <a:effectLst/>
                <a:latin typeface="+mn-lt"/>
                <a:ea typeface="+mn-ea"/>
                <a:cs typeface="+mn-cs"/>
              </a:rPr>
              <a:t> de Riesgo S.A., Moody’s Local CR </a:t>
            </a:r>
            <a:r>
              <a:rPr lang="en-US" sz="690" kern="1200" dirty="0" err="1">
                <a:solidFill>
                  <a:schemeClr val="tx1"/>
                </a:solidFill>
                <a:effectLst/>
                <a:latin typeface="+mn-lt"/>
                <a:ea typeface="+mn-ea"/>
                <a:cs typeface="+mn-cs"/>
              </a:rPr>
              <a:t>Calificadora</a:t>
            </a:r>
            <a:r>
              <a:rPr lang="en-US" sz="690" kern="1200" dirty="0">
                <a:solidFill>
                  <a:schemeClr val="tx1"/>
                </a:solidFill>
                <a:effectLst/>
                <a:latin typeface="+mn-lt"/>
                <a:ea typeface="+mn-ea"/>
                <a:cs typeface="+mn-cs"/>
              </a:rPr>
              <a:t> de Riesgo S.A., Moody’s Local ES S.A. de CV </a:t>
            </a:r>
            <a:r>
              <a:rPr lang="en-US" sz="690" kern="1200" dirty="0" err="1">
                <a:solidFill>
                  <a:schemeClr val="tx1"/>
                </a:solidFill>
                <a:effectLst/>
                <a:latin typeface="+mn-lt"/>
                <a:ea typeface="+mn-ea"/>
                <a:cs typeface="+mn-cs"/>
              </a:rPr>
              <a:t>Clasificadora</a:t>
            </a:r>
            <a:r>
              <a:rPr lang="en-US" sz="690" kern="1200" dirty="0">
                <a:solidFill>
                  <a:schemeClr val="tx1"/>
                </a:solidFill>
                <a:effectLst/>
                <a:latin typeface="+mn-lt"/>
                <a:ea typeface="+mn-ea"/>
                <a:cs typeface="+mn-cs"/>
              </a:rPr>
              <a:t> de Riesgo, Moody’s Local RD Sociedad </a:t>
            </a:r>
            <a:r>
              <a:rPr lang="en-US" sz="690" kern="1200" dirty="0" err="1">
                <a:solidFill>
                  <a:schemeClr val="tx1"/>
                </a:solidFill>
                <a:effectLst/>
                <a:latin typeface="+mn-lt"/>
                <a:ea typeface="+mn-ea"/>
                <a:cs typeface="+mn-cs"/>
              </a:rPr>
              <a:t>Calificadora</a:t>
            </a:r>
            <a:r>
              <a:rPr lang="en-US" sz="690" kern="1200" dirty="0">
                <a:solidFill>
                  <a:schemeClr val="tx1"/>
                </a:solidFill>
                <a:effectLst/>
                <a:latin typeface="+mn-lt"/>
                <a:ea typeface="+mn-ea"/>
                <a:cs typeface="+mn-cs"/>
              </a:rPr>
              <a:t> de Riesgo S.R.L. and Moody’s Local GT S.A.(collectively, the “Moody’s Non-NRSRO CRAs”) are all indirectly wholly-owned credit rating agency subsidiaries of MCO. None of the Moody’s Non-NRSRO CRAs is a Nationally Recognized Statistical Rating Organization.</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Additional terms for Australia only: Any publication into Australia of this document is pursuant to the Australian Financial Services License of MOODY’S affiliate, Moody’s Investors Service Pty Limited ABN 61 003 399 657AFSL 336969 and/or Moody’s Analytics Australia Pty Ltd ABN 94 105 136 972 AFSL 383569 (as applicable). This document is intended to be provided only to “wholesale clients” within the meaning of section 761G of the Corporations Act 2001. By continuing to access this document from within Australia, you represent to MOODY’S that you are, or are accessing the document as a representative of, a “wholesale client” and that neither you nor the entity you represent will directly or indirectly disseminate this document or its contents to “retail clients” within the meaning of section 761G of the Corporations Act 2001. MOODY’S credit rating is an opinion as to the creditworthiness of a debt obligation of the issuer, not on the equity securities of the issuer or any form of security that is available to retail investors.</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Additional terms for India only:  Moody’s credit ratings, Assessments, other opinions and Materials are not intended to be and shall not be relied upon or used by any users located in India in relation to securities listed or proposed to be listed on Indian stock exchanges.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Additional terms with respect to Second Party Opinions and Net Zero Assessments (as defined in Moody’s Ratings Rating Symbols and Definitions): Please note that neither a Second Party Opinion (“SPO”) nor a Net Zero Assessment (“NZA”) is a “credit rating”. The issuance of SPOs and NZAs is not a regulated activity in many jurisdictions, including Singapore. EU: In the European Union, each of Moody’s Deutschland GmbH and Moody’s France SAS provide services as an external reviewer in accordance with the applicable requirements of the EU Green Bond Regulation. JAPAN: In Japan, development and provision of SPOs and NZAs fall under the category of “Ancillary Businesses”, not “Credit Rating Business”, and are not subject to the regulations applicable to “Credit Rating Business” under the Financial Instruments and Exchange Act of Japan and its relevant regulation. PRC: Any SPO: (1) does not constitute a PRC Green Bond Assessment as defined under any relevant PRC laws or regulations; (2) cannot be included in any registration statement, offering circular, prospectus or any other documents submitted to the PRC regulatory authorities or otherwise used to satisfy any PRC regulatory disclosure requirement; and (3) cannot be used within the PRC for any regulatory purpose or for any other purpose which is not permitted under relevant PRC laws or regulations. For the purposes of this disclaimer, “PRC” refers to the mainland of the People’s Republic of China, excluding Hong Kong, Macau and Taiwan.</a:t>
            </a:r>
            <a:endParaRPr lang="en-CR" sz="690" kern="1200" dirty="0">
              <a:solidFill>
                <a:schemeClr val="tx1"/>
              </a:solidFill>
              <a:effectLst/>
              <a:latin typeface="+mn-lt"/>
              <a:ea typeface="+mn-ea"/>
              <a:cs typeface="+mn-cs"/>
            </a:endParaRPr>
          </a:p>
          <a:p>
            <a:r>
              <a:rPr lang="en-US" sz="690" kern="1200" dirty="0">
                <a:solidFill>
                  <a:schemeClr val="tx1"/>
                </a:solidFill>
                <a:effectLst/>
                <a:latin typeface="+mn-lt"/>
                <a:ea typeface="+mn-ea"/>
                <a:cs typeface="+mn-cs"/>
              </a:rPr>
              <a:t> </a:t>
            </a:r>
            <a:endParaRPr lang="en-CR" sz="690" kern="1200" dirty="0">
              <a:solidFill>
                <a:schemeClr val="tx1"/>
              </a:solidFill>
              <a:effectLst/>
              <a:latin typeface="+mn-lt"/>
              <a:ea typeface="+mn-ea"/>
              <a:cs typeface="+mn-cs"/>
            </a:endParaRPr>
          </a:p>
        </p:txBody>
      </p:sp>
      <p:sp>
        <p:nvSpPr>
          <p:cNvPr id="3" name="Freeform 5">
            <a:extLst>
              <a:ext uri="{FF2B5EF4-FFF2-40B4-BE49-F238E27FC236}">
                <a16:creationId xmlns:a16="http://schemas.microsoft.com/office/drawing/2014/main" id="{F1F6E4C1-C039-2676-3506-F084F00FD8D5}"/>
              </a:ext>
            </a:extLst>
          </p:cNvPr>
          <p:cNvSpPr/>
          <p:nvPr userDrawn="1"/>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0A1264"/>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31581194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390E15-2431-A873-A654-7B321106DAE2}"/>
              </a:ext>
            </a:extLst>
          </p:cNvPr>
          <p:cNvSpPr>
            <a:spLocks noGrp="1"/>
          </p:cNvSpPr>
          <p:nvPr>
            <p:ph type="title"/>
          </p:nvPr>
        </p:nvSpPr>
        <p:spPr>
          <a:xfrm>
            <a:off x="546100" y="548640"/>
            <a:ext cx="11091862" cy="438785"/>
          </a:xfrm>
          <a:prstGeom prst="rect">
            <a:avLst/>
          </a:prstGeom>
        </p:spPr>
        <p:txBody>
          <a:bodyPr vert="horz" lIns="0" tIns="0" rIns="0" bIns="0" rtlCol="0" anchor="t">
            <a:noAutofit/>
          </a:bodyPr>
          <a:lstStyle/>
          <a:p>
            <a:r>
              <a:rPr lang="en-US"/>
              <a:t>Click to edit Master title</a:t>
            </a:r>
          </a:p>
        </p:txBody>
      </p:sp>
      <p:sp>
        <p:nvSpPr>
          <p:cNvPr id="3" name="Text Placeholder 2">
            <a:extLst>
              <a:ext uri="{FF2B5EF4-FFF2-40B4-BE49-F238E27FC236}">
                <a16:creationId xmlns:a16="http://schemas.microsoft.com/office/drawing/2014/main" id="{9A89620C-A07A-2A72-857A-735B5C91AA54}"/>
              </a:ext>
            </a:extLst>
          </p:cNvPr>
          <p:cNvSpPr>
            <a:spLocks noGrp="1"/>
          </p:cNvSpPr>
          <p:nvPr>
            <p:ph type="body" idx="1"/>
          </p:nvPr>
        </p:nvSpPr>
        <p:spPr>
          <a:xfrm>
            <a:off x="546100" y="2146300"/>
            <a:ext cx="11091862" cy="3721101"/>
          </a:xfrm>
          <a:prstGeom prst="rect">
            <a:avLst/>
          </a:prstGeom>
        </p:spPr>
        <p:txBody>
          <a:bodyPr vert="horz" lIns="0" tIns="0" rIns="0" bIns="0" rtlCol="0">
            <a:noAutofit/>
          </a:bodyPr>
          <a:lstStyle/>
          <a:p>
            <a:pPr lvl="0"/>
            <a:r>
              <a:rPr lang="en-US"/>
              <a:t>Click to edit Master text styles, 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a:extLst>
              <a:ext uri="{FF2B5EF4-FFF2-40B4-BE49-F238E27FC236}">
                <a16:creationId xmlns:a16="http://schemas.microsoft.com/office/drawing/2014/main" id="{9286892E-5C75-BB2B-DC86-3D98574CDC6C}"/>
              </a:ext>
            </a:extLst>
          </p:cNvPr>
          <p:cNvSpPr>
            <a:spLocks noGrp="1"/>
          </p:cNvSpPr>
          <p:nvPr>
            <p:ph type="ftr" sz="quarter" idx="3"/>
          </p:nvPr>
        </p:nvSpPr>
        <p:spPr>
          <a:xfrm>
            <a:off x="4781550" y="6311900"/>
            <a:ext cx="5448300"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a:defRPr sz="1000"/>
            </a:lvl2pPr>
            <a:lvl3pPr>
              <a:defRPr sz="1000"/>
            </a:lvl3pPr>
            <a:lvl4pPr marL="0" indent="0">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
        <p:nvSpPr>
          <p:cNvPr id="6" name="Slide Number Placeholder 5">
            <a:extLst>
              <a:ext uri="{FF2B5EF4-FFF2-40B4-BE49-F238E27FC236}">
                <a16:creationId xmlns:a16="http://schemas.microsoft.com/office/drawing/2014/main" id="{9396C1FA-EF28-95E6-0423-F59B26A6F1F8}"/>
              </a:ext>
            </a:extLst>
          </p:cNvPr>
          <p:cNvSpPr>
            <a:spLocks noGrp="1"/>
          </p:cNvSpPr>
          <p:nvPr>
            <p:ph type="sldNum" sz="quarter" idx="4"/>
          </p:nvPr>
        </p:nvSpPr>
        <p:spPr>
          <a:xfrm>
            <a:off x="10428288" y="6311900"/>
            <a:ext cx="1209674" cy="269875"/>
          </a:xfrm>
          <a:prstGeom prst="rect">
            <a:avLst/>
          </a:prstGeom>
        </p:spPr>
        <p:txBody>
          <a:bodyPr vert="horz" lIns="0" tIns="0" rIns="0" bIns="0" rtlCol="0" anchor="b" anchorCtr="0"/>
          <a:lstStyle>
            <a:lvl1pPr algn="r">
              <a:defRPr sz="1000" b="0" i="0">
                <a:solidFill>
                  <a:schemeClr val="tx1"/>
                </a:solidFill>
                <a:latin typeface="+mn-lt"/>
                <a:ea typeface="GT America Regular" pitchFamily="2" charset="77"/>
                <a:cs typeface="GT America Regular" pitchFamily="2" charset="77"/>
              </a:defRPr>
            </a:lvl1pPr>
            <a:lvl2pPr marL="0" indent="0" algn="r">
              <a:defRPr sz="1000"/>
            </a:lvl2pPr>
            <a:lvl3pPr marL="0" indent="0">
              <a:defRPr sz="1000"/>
            </a:lvl3pPr>
            <a:lvl4pPr marL="0">
              <a:defRPr sz="1000"/>
            </a:lvl4pPr>
            <a:lvl5pPr marL="0">
              <a:defRPr sz="1000"/>
            </a:lvl5pPr>
            <a:lvl6pPr marL="0">
              <a:defRPr sz="1000"/>
            </a:lvl6pPr>
            <a:lvl7pPr marL="0">
              <a:defRPr sz="1000"/>
            </a:lvl7pPr>
            <a:lvl8pPr marL="0">
              <a:defRPr sz="1000"/>
            </a:lvl8pPr>
            <a:lvl9pPr marL="0">
              <a:defRPr sz="1000"/>
            </a:lvl9pPr>
          </a:lstStyle>
          <a:p>
            <a:fld id="{862A5111-985B-C14D-9115-5787026182A8}" type="slidenum">
              <a:rPr lang="en-US" smtClean="0"/>
              <a:pPr/>
              <a:t>‹#›</a:t>
            </a:fld>
            <a:endParaRPr lang="en-US"/>
          </a:p>
        </p:txBody>
      </p:sp>
      <p:sp>
        <p:nvSpPr>
          <p:cNvPr id="4" name="Date Placeholder 3">
            <a:extLst>
              <a:ext uri="{FF2B5EF4-FFF2-40B4-BE49-F238E27FC236}">
                <a16:creationId xmlns:a16="http://schemas.microsoft.com/office/drawing/2014/main" id="{B74C9D9E-F1D3-BF13-32B3-2BDFE3E4F7BC}"/>
              </a:ext>
            </a:extLst>
          </p:cNvPr>
          <p:cNvSpPr>
            <a:spLocks noGrp="1"/>
          </p:cNvSpPr>
          <p:nvPr>
            <p:ph type="dt" sz="half" idx="2"/>
          </p:nvPr>
        </p:nvSpPr>
        <p:spPr>
          <a:xfrm>
            <a:off x="546100" y="6332764"/>
            <a:ext cx="2619375" cy="249011"/>
          </a:xfrm>
          <a:prstGeom prst="rect">
            <a:avLst/>
          </a:prstGeom>
        </p:spPr>
        <p:txBody>
          <a:bodyPr vert="horz" lIns="0" tIns="0" rIns="0" bIns="0" rtlCol="0" anchor="b" anchorCtr="0"/>
          <a:lstStyle>
            <a:lvl1pPr algn="r">
              <a:defRPr sz="1000">
                <a:solidFill>
                  <a:schemeClr val="tx1"/>
                </a:solidFill>
              </a:defRPr>
            </a:lvl1pPr>
            <a:lvl2pPr marL="0" indent="0">
              <a:defRPr sz="1000"/>
            </a:lvl2pPr>
            <a:lvl3pPr>
              <a:defRPr sz="1000"/>
            </a:lvl3pPr>
            <a:lvl4pPr>
              <a:defRPr sz="1000"/>
            </a:lvl4pPr>
            <a:lvl5pPr marL="0" indent="0">
              <a:defRPr sz="1000"/>
            </a:lvl5pPr>
            <a:lvl6pPr marL="0" indent="0">
              <a:defRPr sz="1000"/>
            </a:lvl6pPr>
            <a:lvl7pPr marL="0" indent="0">
              <a:defRPr sz="1000"/>
            </a:lvl7pPr>
            <a:lvl8pPr marL="0" indent="0">
              <a:defRPr sz="1000"/>
            </a:lvl8pPr>
            <a:lvl9pPr marL="0" indent="0">
              <a:defRPr sz="1000"/>
            </a:lvl9pPr>
          </a:lstStyle>
          <a:p>
            <a:endParaRPr lang="en-US"/>
          </a:p>
        </p:txBody>
      </p:sp>
    </p:spTree>
    <p:extLst>
      <p:ext uri="{BB962C8B-B14F-4D97-AF65-F5344CB8AC3E}">
        <p14:creationId xmlns:p14="http://schemas.microsoft.com/office/powerpoint/2010/main" val="2703121335"/>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758" r:id="rId4"/>
    <p:sldLayoutId id="2147483765" r:id="rId5"/>
    <p:sldLayoutId id="2147483696" r:id="rId6"/>
    <p:sldLayoutId id="2147483759" r:id="rId7"/>
    <p:sldLayoutId id="2147483692" r:id="rId8"/>
    <p:sldLayoutId id="2147483690" r:id="rId9"/>
    <p:sldLayoutId id="2147483738" r:id="rId10"/>
    <p:sldLayoutId id="2147483691" r:id="rId11"/>
    <p:sldLayoutId id="2147483711" r:id="rId12"/>
    <p:sldLayoutId id="2147483725" r:id="rId13"/>
    <p:sldLayoutId id="2147483744" r:id="rId14"/>
    <p:sldLayoutId id="2147483743" r:id="rId15"/>
    <p:sldLayoutId id="2147483745" r:id="rId16"/>
    <p:sldLayoutId id="2147483746" r:id="rId17"/>
    <p:sldLayoutId id="2147483712" r:id="rId18"/>
    <p:sldLayoutId id="2147483747" r:id="rId19"/>
    <p:sldLayoutId id="2147483741" r:id="rId20"/>
    <p:sldLayoutId id="2147483739" r:id="rId21"/>
    <p:sldLayoutId id="2147483742" r:id="rId22"/>
    <p:sldLayoutId id="2147483722" r:id="rId23"/>
    <p:sldLayoutId id="2147483740" r:id="rId24"/>
    <p:sldLayoutId id="2147483673" r:id="rId25"/>
    <p:sldLayoutId id="2147483675" r:id="rId26"/>
    <p:sldLayoutId id="2147483720" r:id="rId27"/>
    <p:sldLayoutId id="2147483677" r:id="rId28"/>
    <p:sldLayoutId id="2147483679" r:id="rId29"/>
    <p:sldLayoutId id="2147483698" r:id="rId30"/>
    <p:sldLayoutId id="2147483702" r:id="rId31"/>
    <p:sldLayoutId id="2147483735" r:id="rId32"/>
    <p:sldLayoutId id="2147483705" r:id="rId33"/>
    <p:sldLayoutId id="2147483703" r:id="rId34"/>
    <p:sldLayoutId id="2147483750" r:id="rId35"/>
    <p:sldLayoutId id="2147483704" r:id="rId36"/>
    <p:sldLayoutId id="2147483752" r:id="rId37"/>
    <p:sldLayoutId id="2147483706" r:id="rId38"/>
    <p:sldLayoutId id="2147483753" r:id="rId39"/>
    <p:sldLayoutId id="2147483754" r:id="rId40"/>
    <p:sldLayoutId id="2147483763" r:id="rId41"/>
    <p:sldLayoutId id="2147483699" r:id="rId42"/>
    <p:sldLayoutId id="2147483700" r:id="rId43"/>
    <p:sldLayoutId id="2147483701" r:id="rId44"/>
    <p:sldLayoutId id="2147483688" r:id="rId45"/>
    <p:sldLayoutId id="2147483772" r:id="rId46"/>
    <p:sldLayoutId id="2147483769" r:id="rId47"/>
    <p:sldLayoutId id="2147483770" r:id="rId48"/>
    <p:sldLayoutId id="2147483766" r:id="rId49"/>
    <p:sldLayoutId id="2147483689" r:id="rId50"/>
    <p:sldLayoutId id="2147483713" r:id="rId51"/>
    <p:sldLayoutId id="2147483714" r:id="rId52"/>
    <p:sldLayoutId id="2147483723" r:id="rId53"/>
    <p:sldLayoutId id="2147483724" r:id="rId54"/>
    <p:sldLayoutId id="2147483715" r:id="rId55"/>
    <p:sldLayoutId id="2147483716" r:id="rId56"/>
    <p:sldLayoutId id="2147483760" r:id="rId57"/>
    <p:sldLayoutId id="2147483719" r:id="rId58"/>
    <p:sldLayoutId id="2147483718" r:id="rId59"/>
    <p:sldLayoutId id="2147483771" r:id="rId60"/>
    <p:sldLayoutId id="2147483755" r:id="rId61"/>
    <p:sldLayoutId id="2147483756" r:id="rId62"/>
    <p:sldLayoutId id="2147483757" r:id="rId63"/>
    <p:sldLayoutId id="2147483764" r:id="rId64"/>
  </p:sldLayoutIdLst>
  <p:hf hdr="0" ftr="0" dt="0"/>
  <p:txStyles>
    <p:titleStyle>
      <a:lvl1pPr algn="l" defTabSz="914400" rtl="0" eaLnBrk="1" latinLnBrk="0" hangingPunct="1">
        <a:lnSpc>
          <a:spcPts val="3600"/>
        </a:lnSpc>
        <a:spcBef>
          <a:spcPct val="0"/>
        </a:spcBef>
        <a:buNone/>
        <a:defRPr sz="3600" b="1" i="0" kern="1200">
          <a:solidFill>
            <a:schemeClr val="tx2"/>
          </a:solidFill>
          <a:latin typeface="+mj-lt"/>
          <a:ea typeface="+mj-ea"/>
          <a:cs typeface="+mj-cs"/>
        </a:defRPr>
      </a:lvl1pPr>
    </p:titleStyle>
    <p:body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7" orient="horz" pos="3976" userDrawn="1">
          <p15:clr>
            <a:srgbClr val="F26B43"/>
          </p15:clr>
        </p15:guide>
        <p15:guide id="68" pos="7331" userDrawn="1">
          <p15:clr>
            <a:srgbClr val="F26B43"/>
          </p15:clr>
        </p15:guide>
        <p15:guide id="69" orient="horz" pos="348" userDrawn="1">
          <p15:clr>
            <a:srgbClr val="F26B43"/>
          </p15:clr>
        </p15:guide>
        <p15:guide id="70" pos="344" userDrawn="1">
          <p15:clr>
            <a:srgbClr val="F26B43"/>
          </p15:clr>
        </p15:guide>
        <p15:guide id="71" orient="horz" pos="170" userDrawn="1">
          <p15:clr>
            <a:srgbClr val="F26B43"/>
          </p15:clr>
        </p15:guide>
        <p15:guide id="72" orient="horz" pos="439" userDrawn="1">
          <p15:clr>
            <a:srgbClr val="F26B43"/>
          </p15:clr>
        </p15:guide>
        <p15:guide id="73" orient="horz" pos="4146" userDrawn="1">
          <p15:clr>
            <a:srgbClr val="F26B43"/>
          </p15:clr>
        </p15:guide>
        <p15:guide id="74" orient="horz" pos="3885" userDrawn="1">
          <p15:clr>
            <a:srgbClr val="F26B43"/>
          </p15:clr>
        </p15:guide>
        <p15:guide id="75" orient="horz" pos="530" userDrawn="1">
          <p15:clr>
            <a:srgbClr val="F26B43"/>
          </p15:clr>
        </p15:guide>
        <p15:guide id="76" orient="horz" pos="622" userDrawn="1">
          <p15:clr>
            <a:srgbClr val="F26B43"/>
          </p15:clr>
        </p15:guide>
        <p15:guide id="77" orient="horz" pos="710" userDrawn="1">
          <p15:clr>
            <a:srgbClr val="F26B43"/>
          </p15:clr>
        </p15:guide>
        <p15:guide id="78" orient="horz" pos="802" userDrawn="1">
          <p15:clr>
            <a:srgbClr val="F26B43"/>
          </p15:clr>
        </p15:guide>
        <p15:guide id="79" orient="horz" pos="896" userDrawn="1">
          <p15:clr>
            <a:srgbClr val="F26B43"/>
          </p15:clr>
        </p15:guide>
        <p15:guide id="80" orient="horz" pos="987" userDrawn="1">
          <p15:clr>
            <a:srgbClr val="F26B43"/>
          </p15:clr>
        </p15:guide>
        <p15:guide id="81" orient="horz" pos="1071" userDrawn="1">
          <p15:clr>
            <a:srgbClr val="F26B43"/>
          </p15:clr>
        </p15:guide>
        <p15:guide id="82" orient="horz" pos="3792" userDrawn="1">
          <p15:clr>
            <a:srgbClr val="F26B43"/>
          </p15:clr>
        </p15:guide>
        <p15:guide id="83" orient="horz" pos="3696" userDrawn="1">
          <p15:clr>
            <a:srgbClr val="F26B43"/>
          </p15:clr>
        </p15:guide>
        <p15:guide id="84" orient="horz" pos="3611" userDrawn="1">
          <p15:clr>
            <a:srgbClr val="F26B43"/>
          </p15:clr>
        </p15:guide>
        <p15:guide id="85" orient="horz" pos="3519" userDrawn="1">
          <p15:clr>
            <a:srgbClr val="F26B43"/>
          </p15:clr>
        </p15:guide>
        <p15:guide id="86" orient="horz" pos="3428" userDrawn="1">
          <p15:clr>
            <a:srgbClr val="F26B43"/>
          </p15:clr>
        </p15:guide>
        <p15:guide id="87" orient="horz" pos="3334" userDrawn="1">
          <p15:clr>
            <a:srgbClr val="F26B43"/>
          </p15:clr>
        </p15:guide>
        <p15:guide id="88" orient="horz" pos="3245" userDrawn="1">
          <p15:clr>
            <a:srgbClr val="F26B43"/>
          </p15:clr>
        </p15:guide>
        <p15:guide id="89" orient="horz" pos="1165" userDrawn="1">
          <p15:clr>
            <a:srgbClr val="F26B43"/>
          </p15:clr>
        </p15:guide>
        <p15:guide id="90" orient="horz" pos="1259" userDrawn="1">
          <p15:clr>
            <a:srgbClr val="F26B43"/>
          </p15:clr>
        </p15:guide>
        <p15:guide id="91" orient="horz" pos="1352" userDrawn="1">
          <p15:clr>
            <a:srgbClr val="F26B43"/>
          </p15:clr>
        </p15:guide>
        <p15:guide id="92" orient="horz" pos="1436" userDrawn="1">
          <p15:clr>
            <a:srgbClr val="F26B43"/>
          </p15:clr>
        </p15:guide>
        <p15:guide id="93" orient="horz" pos="3152" userDrawn="1">
          <p15:clr>
            <a:srgbClr val="F26B43"/>
          </p15:clr>
        </p15:guide>
        <p15:guide id="94" orient="horz" pos="3058" userDrawn="1">
          <p15:clr>
            <a:srgbClr val="F26B43"/>
          </p15:clr>
        </p15:guide>
        <p15:guide id="95" orient="horz" pos="2964" userDrawn="1">
          <p15:clr>
            <a:srgbClr val="F26B43"/>
          </p15:clr>
        </p15:guide>
        <p15:guide id="96" orient="horz" pos="2877" userDrawn="1">
          <p15:clr>
            <a:srgbClr val="F26B43"/>
          </p15:clr>
        </p15:guide>
        <p15:guide id="97" orient="horz" pos="1528" userDrawn="1">
          <p15:clr>
            <a:srgbClr val="F26B43"/>
          </p15:clr>
        </p15:guide>
        <p15:guide id="98" orient="horz" pos="1619" userDrawn="1">
          <p15:clr>
            <a:srgbClr val="F26B43"/>
          </p15:clr>
        </p15:guide>
        <p15:guide id="99" orient="horz" pos="1710" userDrawn="1">
          <p15:clr>
            <a:srgbClr val="F26B43"/>
          </p15:clr>
        </p15:guide>
        <p15:guide id="100" orient="horz" pos="1794" userDrawn="1">
          <p15:clr>
            <a:srgbClr val="F26B43"/>
          </p15:clr>
        </p15:guide>
        <p15:guide id="101" orient="horz" pos="2784" userDrawn="1">
          <p15:clr>
            <a:srgbClr val="F26B43"/>
          </p15:clr>
        </p15:guide>
        <p15:guide id="102" orient="horz" pos="2692" userDrawn="1">
          <p15:clr>
            <a:srgbClr val="F26B43"/>
          </p15:clr>
        </p15:guide>
        <p15:guide id="103" orient="horz" pos="2598" userDrawn="1">
          <p15:clr>
            <a:srgbClr val="F26B43"/>
          </p15:clr>
        </p15:guide>
        <p15:guide id="104" orient="horz" pos="2510" userDrawn="1">
          <p15:clr>
            <a:srgbClr val="F26B43"/>
          </p15:clr>
        </p15:guide>
        <p15:guide id="105" orient="horz" pos="1896" userDrawn="1">
          <p15:clr>
            <a:srgbClr val="F26B43"/>
          </p15:clr>
        </p15:guide>
        <p15:guide id="106" orient="horz" pos="1982" userDrawn="1">
          <p15:clr>
            <a:srgbClr val="F26B43"/>
          </p15:clr>
        </p15:guide>
        <p15:guide id="107" orient="horz" pos="2076" userDrawn="1">
          <p15:clr>
            <a:srgbClr val="F26B43"/>
          </p15:clr>
        </p15:guide>
        <p15:guide id="108" orient="horz" pos="2162" userDrawn="1">
          <p15:clr>
            <a:srgbClr val="F26B43"/>
          </p15:clr>
        </p15:guide>
        <p15:guide id="109" orient="horz" pos="2418" userDrawn="1">
          <p15:clr>
            <a:srgbClr val="F26B43"/>
          </p15:clr>
        </p15:guide>
        <p15:guide id="110" orient="horz" pos="2324" userDrawn="1">
          <p15:clr>
            <a:srgbClr val="F26B43"/>
          </p15:clr>
        </p15:guide>
        <p15:guide id="111" orient="horz" pos="2238" userDrawn="1">
          <p15:clr>
            <a:srgbClr val="F26B43"/>
          </p15:clr>
        </p15:guide>
        <p15:guide id="112" pos="1104" userDrawn="1">
          <p15:clr>
            <a:srgbClr val="F26B43"/>
          </p15:clr>
        </p15:guide>
        <p15:guide id="113" pos="6570" userDrawn="1">
          <p15:clr>
            <a:srgbClr val="F26B43"/>
          </p15:clr>
        </p15:guide>
        <p15:guide id="115" pos="1234" userDrawn="1">
          <p15:clr>
            <a:srgbClr val="F26B43"/>
          </p15:clr>
        </p15:guide>
        <p15:guide id="116" pos="1994" userDrawn="1">
          <p15:clr>
            <a:srgbClr val="F26B43"/>
          </p15:clr>
        </p15:guide>
        <p15:guide id="117" pos="2121" userDrawn="1">
          <p15:clr>
            <a:srgbClr val="F26B43"/>
          </p15:clr>
        </p15:guide>
        <p15:guide id="118" pos="5679" userDrawn="1">
          <p15:clr>
            <a:srgbClr val="F26B43"/>
          </p15:clr>
        </p15:guide>
        <p15:guide id="119" pos="5552" userDrawn="1">
          <p15:clr>
            <a:srgbClr val="F26B43"/>
          </p15:clr>
        </p15:guide>
        <p15:guide id="120" pos="4788" userDrawn="1">
          <p15:clr>
            <a:srgbClr val="F26B43"/>
          </p15:clr>
        </p15:guide>
        <p15:guide id="121" pos="4660" userDrawn="1">
          <p15:clr>
            <a:srgbClr val="F26B43"/>
          </p15:clr>
        </p15:guide>
        <p15:guide id="122" pos="2882" userDrawn="1">
          <p15:clr>
            <a:srgbClr val="F26B43"/>
          </p15:clr>
        </p15:guide>
        <p15:guide id="123" pos="3012" userDrawn="1">
          <p15:clr>
            <a:srgbClr val="F26B43"/>
          </p15:clr>
        </p15:guide>
        <p15:guide id="124" pos="3774" userDrawn="1">
          <p15:clr>
            <a:srgbClr val="F26B43"/>
          </p15:clr>
        </p15:guide>
        <p15:guide id="125" pos="3902" userDrawn="1">
          <p15:clr>
            <a:srgbClr val="F26B43"/>
          </p15:clr>
        </p15:guide>
        <p15:guide id="126" pos="64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0.xm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50.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hyperlink" Target="https://moodys.csod.com/ui/lms-learning-details/app/course/adbcb2f7-49d6-494e-9ef1-498ef7f8a29c" TargetMode="External"/><Relationship Id="rId13" Type="http://schemas.openxmlformats.org/officeDocument/2006/relationships/hyperlink" Target="https://brandcenter.moodys.com/web/3a84177f1a79dd77/powerpoint-templates---toolkit/?viewType=grid" TargetMode="External"/><Relationship Id="rId3" Type="http://schemas.openxmlformats.org/officeDocument/2006/relationships/image" Target="../media/image11.png"/><Relationship Id="rId7" Type="http://schemas.openxmlformats.org/officeDocument/2006/relationships/hyperlink" Target="https://moodys.csod.com/ui/lms-learning-details/app/course/a65b3225-9f71-42df-b8c0-788d4626fded" TargetMode="External"/><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0.xml"/><Relationship Id="rId6" Type="http://schemas.openxmlformats.org/officeDocument/2006/relationships/hyperlink" Target="https://brandcenter.moodys.com/guidelines/guide/c91dd19e-df47-4b4a-a705-66b993cbf086/page/5bbe9d0b-3f83-46a4-b8d8-df2efcd44a89" TargetMode="External"/><Relationship Id="rId11" Type="http://schemas.openxmlformats.org/officeDocument/2006/relationships/hyperlink" Target="https://brandcenter.moodys.com/collections/view/0C63DF1D-4E2B-4071-A9AF0315417E1201/?viewType=grid" TargetMode="External"/><Relationship Id="rId5" Type="http://schemas.openxmlformats.org/officeDocument/2006/relationships/hyperlink" Target="https://brandcenter.moodys.com/guidelines/guide/ef80a872-e133-4315-800b-aa01c85cb621/page/74c1fe9f-8d9f-4fa9-9881-4baa98c09117" TargetMode="External"/><Relationship Id="rId15" Type="http://schemas.openxmlformats.org/officeDocument/2006/relationships/hyperlink" Target="https://m365.cloud.microsoft/template/PowerPoint/?auth=2&amp;categoryId=b!6jQI5NGXE0-Z5URT3zNCm_6VzTY5oWxDohJs2zP-Kzi1RDoWa4DuRb79ZqnOqF5f%3a" TargetMode="External"/><Relationship Id="rId10" Type="http://schemas.openxmlformats.org/officeDocument/2006/relationships/hyperlink" Target="https://moodys.csod.com/ui/lms-learning-details/app/course/7d67e85c-eac2-4758-ac95-bc2de0d49f61" TargetMode="External"/><Relationship Id="rId4" Type="http://schemas.openxmlformats.org/officeDocument/2006/relationships/image" Target="../media/image12.png"/><Relationship Id="rId9" Type="http://schemas.openxmlformats.org/officeDocument/2006/relationships/hyperlink" Target="https://moodys.csod.com/ui/lms-learning-details/app/course/917e3152-3334-4639-a1c6-cbd9020e3d6a" TargetMode="External"/><Relationship Id="rId14" Type="http://schemas.openxmlformats.org/officeDocument/2006/relationships/image" Target="../media/image14.jp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7F629B1D-9082-15F5-6EF6-2E7EA86ED585}"/>
            </a:ext>
          </a:extLst>
        </p:cNvPr>
        <p:cNvGrpSpPr/>
        <p:nvPr/>
      </p:nvGrpSpPr>
      <p:grpSpPr>
        <a:xfrm>
          <a:off x="0" y="0"/>
          <a:ext cx="0" cy="0"/>
          <a:chOff x="0" y="0"/>
          <a:chExt cx="0" cy="0"/>
        </a:xfrm>
      </p:grpSpPr>
      <p:pic>
        <p:nvPicPr>
          <p:cNvPr id="26" name="Picture 25" descr="A blue and black wavy lines&#10;&#10;AI-generated content may be incorrect.">
            <a:extLst>
              <a:ext uri="{FF2B5EF4-FFF2-40B4-BE49-F238E27FC236}">
                <a16:creationId xmlns:a16="http://schemas.microsoft.com/office/drawing/2014/main" id="{F4832B0E-B7F3-25B8-6AB7-F4FB1E12E9C9}"/>
              </a:ext>
            </a:extLst>
          </p:cNvPr>
          <p:cNvPicPr>
            <a:picLocks noChangeAspect="1"/>
          </p:cNvPicPr>
          <p:nvPr/>
        </p:nvPicPr>
        <p:blipFill rotWithShape="1">
          <a:blip r:embed="rId3">
            <a:biLevel thresh="25000"/>
          </a:blip>
          <a:srcRect l="17313" r="8" b="17047"/>
          <a:stretch>
            <a:fillRect/>
          </a:stretch>
        </p:blipFill>
        <p:spPr>
          <a:xfrm flipV="1">
            <a:off x="0" y="0"/>
            <a:ext cx="12228360" cy="5691904"/>
          </a:xfrm>
          <a:prstGeom prst="rect">
            <a:avLst/>
          </a:prstGeom>
        </p:spPr>
      </p:pic>
      <p:sp>
        <p:nvSpPr>
          <p:cNvPr id="3" name="TextBox 2">
            <a:extLst>
              <a:ext uri="{FF2B5EF4-FFF2-40B4-BE49-F238E27FC236}">
                <a16:creationId xmlns:a16="http://schemas.microsoft.com/office/drawing/2014/main" id="{1772A38A-A752-4EDE-7AD2-FEE71C299905}"/>
              </a:ext>
            </a:extLst>
          </p:cNvPr>
          <p:cNvSpPr txBox="1"/>
          <p:nvPr/>
        </p:nvSpPr>
        <p:spPr>
          <a:xfrm>
            <a:off x="0" y="804138"/>
            <a:ext cx="12192000" cy="954107"/>
          </a:xfrm>
          <a:prstGeom prst="rect">
            <a:avLst/>
          </a:prstGeom>
          <a:noFill/>
        </p:spPr>
        <p:txBody>
          <a:bodyPr wrap="square" lIns="0" tIns="0" rIns="0" bIns="0">
            <a:spAutoFit/>
          </a:bodyPr>
          <a:lstStyle/>
          <a:p>
            <a:pPr algn="ctr"/>
            <a:r>
              <a:rPr lang="en-US" sz="6200" b="1" dirty="0">
                <a:solidFill>
                  <a:srgbClr val="FFFFFF"/>
                </a:solidFill>
              </a:rPr>
              <a:t>MOODY’S CORPORATION</a:t>
            </a:r>
            <a:endParaRPr lang="en-CR" sz="6200" b="1" dirty="0">
              <a:solidFill>
                <a:srgbClr val="FFFFFF"/>
              </a:solidFill>
            </a:endParaRPr>
          </a:p>
        </p:txBody>
      </p:sp>
      <p:sp>
        <p:nvSpPr>
          <p:cNvPr id="8" name="Text Placeholder 14">
            <a:extLst>
              <a:ext uri="{FF2B5EF4-FFF2-40B4-BE49-F238E27FC236}">
                <a16:creationId xmlns:a16="http://schemas.microsoft.com/office/drawing/2014/main" id="{07057E65-871D-C73F-B638-AA0536963DF3}"/>
              </a:ext>
            </a:extLst>
          </p:cNvPr>
          <p:cNvSpPr txBox="1">
            <a:spLocks/>
          </p:cNvSpPr>
          <p:nvPr/>
        </p:nvSpPr>
        <p:spPr>
          <a:xfrm>
            <a:off x="0" y="0"/>
            <a:ext cx="12192000" cy="450689"/>
          </a:xfrm>
          <a:prstGeom prst="rect">
            <a:avLst/>
          </a:prstGeom>
          <a:solidFill>
            <a:schemeClr val="tx2"/>
          </a:solidFill>
          <a:ln>
            <a:noFill/>
          </a:ln>
        </p:spPr>
        <p:txBody>
          <a:bodyPr vert="horz" wrap="square" lIns="0" tIns="0" rIns="0" bIns="0" rtlCol="0" anchor="ctr">
            <a:no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gn="ctr">
              <a:lnSpc>
                <a:spcPct val="100000"/>
              </a:lnSpc>
            </a:pPr>
            <a:r>
              <a:rPr lang="en-US" sz="1200" b="1" dirty="0">
                <a:solidFill>
                  <a:schemeClr val="bg1"/>
                </a:solidFill>
                <a:latin typeface="+mn-lt"/>
              </a:rPr>
              <a:t>PLEASE REMOVE </a:t>
            </a:r>
            <a:r>
              <a:rPr lang="en-US" sz="1200" dirty="0">
                <a:solidFill>
                  <a:schemeClr val="bg1"/>
                </a:solidFill>
                <a:latin typeface="+mn-lt"/>
              </a:rPr>
              <a:t>Instructional slides after reviewing them</a:t>
            </a:r>
          </a:p>
        </p:txBody>
      </p:sp>
      <p:grpSp>
        <p:nvGrpSpPr>
          <p:cNvPr id="2" name="Group 1">
            <a:extLst>
              <a:ext uri="{FF2B5EF4-FFF2-40B4-BE49-F238E27FC236}">
                <a16:creationId xmlns:a16="http://schemas.microsoft.com/office/drawing/2014/main" id="{F25DC6F4-FAB3-41F0-2BFD-B353AF297179}"/>
              </a:ext>
            </a:extLst>
          </p:cNvPr>
          <p:cNvGrpSpPr/>
          <p:nvPr/>
        </p:nvGrpSpPr>
        <p:grpSpPr>
          <a:xfrm>
            <a:off x="1785632" y="2118732"/>
            <a:ext cx="10406368" cy="4739268"/>
            <a:chOff x="2098288" y="2261122"/>
            <a:chExt cx="10093712" cy="4596878"/>
          </a:xfrm>
        </p:grpSpPr>
        <p:sp>
          <p:nvSpPr>
            <p:cNvPr id="4" name="Freeform 3">
              <a:extLst>
                <a:ext uri="{FF2B5EF4-FFF2-40B4-BE49-F238E27FC236}">
                  <a16:creationId xmlns:a16="http://schemas.microsoft.com/office/drawing/2014/main" id="{2441C84C-E8BF-49E6-A91F-79B6D4C99D55}"/>
                </a:ext>
              </a:extLst>
            </p:cNvPr>
            <p:cNvSpPr/>
            <p:nvPr/>
          </p:nvSpPr>
          <p:spPr>
            <a:xfrm>
              <a:off x="2098288" y="2261122"/>
              <a:ext cx="10093712" cy="4596878"/>
            </a:xfrm>
            <a:custGeom>
              <a:avLst/>
              <a:gdLst>
                <a:gd name="csX0" fmla="*/ 216463 w 10093712"/>
                <a:gd name="csY0" fmla="*/ 0 h 4596878"/>
                <a:gd name="csX1" fmla="*/ 10093712 w 10093712"/>
                <a:gd name="csY1" fmla="*/ 0 h 4596878"/>
                <a:gd name="csX2" fmla="*/ 10093712 w 10093712"/>
                <a:gd name="csY2" fmla="*/ 4596878 h 4596878"/>
                <a:gd name="csX3" fmla="*/ 0 w 10093712"/>
                <a:gd name="csY3" fmla="*/ 4596878 h 4596878"/>
                <a:gd name="csX4" fmla="*/ 0 w 10093712"/>
                <a:gd name="csY4" fmla="*/ 216463 h 4596878"/>
                <a:gd name="csX5" fmla="*/ 216463 w 10093712"/>
                <a:gd name="csY5" fmla="*/ 0 h 4596878"/>
              </a:gdLst>
              <a:ahLst/>
              <a:cxnLst>
                <a:cxn ang="0">
                  <a:pos x="csX0" y="csY0"/>
                </a:cxn>
                <a:cxn ang="0">
                  <a:pos x="csX1" y="csY1"/>
                </a:cxn>
                <a:cxn ang="0">
                  <a:pos x="csX2" y="csY2"/>
                </a:cxn>
                <a:cxn ang="0">
                  <a:pos x="csX3" y="csY3"/>
                </a:cxn>
                <a:cxn ang="0">
                  <a:pos x="csX4" y="csY4"/>
                </a:cxn>
                <a:cxn ang="0">
                  <a:pos x="csX5" y="csY5"/>
                </a:cxn>
              </a:cxnLst>
              <a:rect l="l" t="t" r="r" b="b"/>
              <a:pathLst>
                <a:path w="10093712" h="4596878">
                  <a:moveTo>
                    <a:pt x="216463" y="0"/>
                  </a:moveTo>
                  <a:lnTo>
                    <a:pt x="10093712" y="0"/>
                  </a:lnTo>
                  <a:lnTo>
                    <a:pt x="10093712" y="4596878"/>
                  </a:lnTo>
                  <a:lnTo>
                    <a:pt x="0" y="4596878"/>
                  </a:lnTo>
                  <a:lnTo>
                    <a:pt x="0" y="216463"/>
                  </a:lnTo>
                  <a:cubicBezTo>
                    <a:pt x="0" y="96914"/>
                    <a:pt x="96914" y="0"/>
                    <a:pt x="216463" y="0"/>
                  </a:cubicBezTo>
                  <a:close/>
                </a:path>
              </a:pathLst>
            </a:custGeom>
            <a:solidFill>
              <a:schemeClr val="bg1"/>
            </a:solidFill>
            <a:ln>
              <a:noFill/>
            </a:ln>
            <a:effectLst>
              <a:outerShdw blurRad="447118" dist="38100" dir="8100000" sx="101000" sy="101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R"/>
            </a:p>
          </p:txBody>
        </p:sp>
        <p:pic>
          <p:nvPicPr>
            <p:cNvPr id="5" name="Picture 4">
              <a:extLst>
                <a:ext uri="{FF2B5EF4-FFF2-40B4-BE49-F238E27FC236}">
                  <a16:creationId xmlns:a16="http://schemas.microsoft.com/office/drawing/2014/main" id="{7DF68D0F-D18A-D513-733F-9AABA5FCF3C8}"/>
                </a:ext>
              </a:extLst>
            </p:cNvPr>
            <p:cNvPicPr>
              <a:picLocks noChangeAspect="1"/>
            </p:cNvPicPr>
            <p:nvPr/>
          </p:nvPicPr>
          <p:blipFill>
            <a:blip r:embed="rId4"/>
            <a:srcRect t="1" r="23025" b="-11160"/>
            <a:stretch>
              <a:fillRect/>
            </a:stretch>
          </p:blipFill>
          <p:spPr>
            <a:xfrm>
              <a:off x="2098288" y="2548510"/>
              <a:ext cx="10093712" cy="4309490"/>
            </a:xfrm>
            <a:custGeom>
              <a:avLst/>
              <a:gdLst>
                <a:gd name="csX0" fmla="*/ 0 w 10093712"/>
                <a:gd name="csY0" fmla="*/ 0 h 4309490"/>
                <a:gd name="csX1" fmla="*/ 10093712 w 10093712"/>
                <a:gd name="csY1" fmla="*/ 0 h 4309490"/>
                <a:gd name="csX2" fmla="*/ 10093712 w 10093712"/>
                <a:gd name="csY2" fmla="*/ 4309490 h 4309490"/>
                <a:gd name="csX3" fmla="*/ 0 w 10093712"/>
                <a:gd name="csY3" fmla="*/ 4309490 h 4309490"/>
              </a:gdLst>
              <a:ahLst/>
              <a:cxnLst>
                <a:cxn ang="0">
                  <a:pos x="csX0" y="csY0"/>
                </a:cxn>
                <a:cxn ang="0">
                  <a:pos x="csX1" y="csY1"/>
                </a:cxn>
                <a:cxn ang="0">
                  <a:pos x="csX2" y="csY2"/>
                </a:cxn>
                <a:cxn ang="0">
                  <a:pos x="csX3" y="csY3"/>
                </a:cxn>
              </a:cxnLst>
              <a:rect l="l" t="t" r="r" b="b"/>
              <a:pathLst>
                <a:path w="10093712" h="4309490">
                  <a:moveTo>
                    <a:pt x="0" y="0"/>
                  </a:moveTo>
                  <a:lnTo>
                    <a:pt x="10093712" y="0"/>
                  </a:lnTo>
                  <a:lnTo>
                    <a:pt x="10093712" y="4309490"/>
                  </a:lnTo>
                  <a:lnTo>
                    <a:pt x="0" y="4309490"/>
                  </a:lnTo>
                  <a:close/>
                </a:path>
              </a:pathLst>
            </a:custGeom>
            <a:solidFill>
              <a:srgbClr val="DCDBE0"/>
            </a:solidFill>
          </p:spPr>
        </p:pic>
        <p:sp>
          <p:nvSpPr>
            <p:cNvPr id="6" name="Freeform 5">
              <a:extLst>
                <a:ext uri="{FF2B5EF4-FFF2-40B4-BE49-F238E27FC236}">
                  <a16:creationId xmlns:a16="http://schemas.microsoft.com/office/drawing/2014/main" id="{6913C2F7-CE2F-6F44-4FD4-74B59F79295A}"/>
                </a:ext>
              </a:extLst>
            </p:cNvPr>
            <p:cNvSpPr/>
            <p:nvPr/>
          </p:nvSpPr>
          <p:spPr>
            <a:xfrm>
              <a:off x="2098288" y="2261122"/>
              <a:ext cx="10093712" cy="304973"/>
            </a:xfrm>
            <a:custGeom>
              <a:avLst/>
              <a:gdLst>
                <a:gd name="csX0" fmla="*/ 216463 w 10093712"/>
                <a:gd name="csY0" fmla="*/ 0 h 304973"/>
                <a:gd name="csX1" fmla="*/ 10093712 w 10093712"/>
                <a:gd name="csY1" fmla="*/ 0 h 304973"/>
                <a:gd name="csX2" fmla="*/ 10093712 w 10093712"/>
                <a:gd name="csY2" fmla="*/ 304973 h 304973"/>
                <a:gd name="csX3" fmla="*/ 0 w 10093712"/>
                <a:gd name="csY3" fmla="*/ 304973 h 304973"/>
                <a:gd name="csX4" fmla="*/ 0 w 10093712"/>
                <a:gd name="csY4" fmla="*/ 216463 h 304973"/>
                <a:gd name="csX5" fmla="*/ 216463 w 10093712"/>
                <a:gd name="csY5" fmla="*/ 0 h 304973"/>
              </a:gdLst>
              <a:ahLst/>
              <a:cxnLst>
                <a:cxn ang="0">
                  <a:pos x="csX0" y="csY0"/>
                </a:cxn>
                <a:cxn ang="0">
                  <a:pos x="csX1" y="csY1"/>
                </a:cxn>
                <a:cxn ang="0">
                  <a:pos x="csX2" y="csY2"/>
                </a:cxn>
                <a:cxn ang="0">
                  <a:pos x="csX3" y="csY3"/>
                </a:cxn>
                <a:cxn ang="0">
                  <a:pos x="csX4" y="csY4"/>
                </a:cxn>
                <a:cxn ang="0">
                  <a:pos x="csX5" y="csY5"/>
                </a:cxn>
              </a:cxnLst>
              <a:rect l="l" t="t" r="r" b="b"/>
              <a:pathLst>
                <a:path w="10093712" h="304973">
                  <a:moveTo>
                    <a:pt x="216463" y="0"/>
                  </a:moveTo>
                  <a:lnTo>
                    <a:pt x="10093712" y="0"/>
                  </a:lnTo>
                  <a:lnTo>
                    <a:pt x="10093712" y="304973"/>
                  </a:lnTo>
                  <a:lnTo>
                    <a:pt x="0" y="304973"/>
                  </a:lnTo>
                  <a:lnTo>
                    <a:pt x="0" y="216463"/>
                  </a:lnTo>
                  <a:cubicBezTo>
                    <a:pt x="0" y="96914"/>
                    <a:pt x="96914" y="0"/>
                    <a:pt x="216463" y="0"/>
                  </a:cubicBezTo>
                  <a:close/>
                </a:path>
              </a:pathLst>
            </a:custGeom>
            <a:solidFill>
              <a:schemeClr val="bg1"/>
            </a:solidFill>
            <a:ln>
              <a:noFill/>
            </a:ln>
            <a:effectLst>
              <a:outerShdw blurRad="447118" dist="38100" dir="8100000" sx="101000" sy="101000" algn="tr" rotWithShape="0">
                <a:prstClr val="black">
                  <a:alpha val="23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R"/>
            </a:p>
          </p:txBody>
        </p:sp>
      </p:grpSp>
    </p:spTree>
    <p:extLst>
      <p:ext uri="{BB962C8B-B14F-4D97-AF65-F5344CB8AC3E}">
        <p14:creationId xmlns:p14="http://schemas.microsoft.com/office/powerpoint/2010/main" val="3445675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768D57-CFAA-F816-C0A9-A970274D8A8D}"/>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2</a:t>
            </a:fld>
            <a:endParaRPr lang="en-US"/>
          </a:p>
        </p:txBody>
      </p:sp>
      <p:pic>
        <p:nvPicPr>
          <p:cNvPr id="47" name="Picture 46" descr="A screenshot of a phone&#10;&#10;AI-generated content may be incorrect.">
            <a:extLst>
              <a:ext uri="{FF2B5EF4-FFF2-40B4-BE49-F238E27FC236}">
                <a16:creationId xmlns:a16="http://schemas.microsoft.com/office/drawing/2014/main" id="{6A8956A7-5D21-4A5A-2E4B-8119E5EC45B1}"/>
              </a:ext>
            </a:extLst>
          </p:cNvPr>
          <p:cNvPicPr>
            <a:picLocks noChangeAspect="1"/>
          </p:cNvPicPr>
          <p:nvPr/>
        </p:nvPicPr>
        <p:blipFill>
          <a:blip r:embed="rId3"/>
          <a:stretch>
            <a:fillRect/>
          </a:stretch>
        </p:blipFill>
        <p:spPr>
          <a:xfrm>
            <a:off x="6332105" y="4990479"/>
            <a:ext cx="2179637" cy="1198800"/>
          </a:xfrm>
          <a:prstGeom prst="rect">
            <a:avLst/>
          </a:prstGeom>
        </p:spPr>
      </p:pic>
      <p:sp>
        <p:nvSpPr>
          <p:cNvPr id="55" name="Freeform 54">
            <a:extLst>
              <a:ext uri="{FF2B5EF4-FFF2-40B4-BE49-F238E27FC236}">
                <a16:creationId xmlns:a16="http://schemas.microsoft.com/office/drawing/2014/main" id="{4B0D91E5-5ECE-E49C-2A91-BF59F5A8A263}"/>
              </a:ext>
            </a:extLst>
          </p:cNvPr>
          <p:cNvSpPr/>
          <p:nvPr/>
        </p:nvSpPr>
        <p:spPr>
          <a:xfrm>
            <a:off x="6332105" y="4990479"/>
            <a:ext cx="2179637" cy="1198800"/>
          </a:xfrm>
          <a:custGeom>
            <a:avLst/>
            <a:gdLst>
              <a:gd name="csX0" fmla="*/ 98432 w 2179637"/>
              <a:gd name="csY0" fmla="*/ 57677 h 1198800"/>
              <a:gd name="csX1" fmla="*/ 98432 w 2179637"/>
              <a:gd name="csY1" fmla="*/ 875433 h 1198800"/>
              <a:gd name="csX2" fmla="*/ 566783 w 2179637"/>
              <a:gd name="csY2" fmla="*/ 875433 h 1198800"/>
              <a:gd name="csX3" fmla="*/ 566783 w 2179637"/>
              <a:gd name="csY3" fmla="*/ 57677 h 1198800"/>
              <a:gd name="csX4" fmla="*/ 0 w 2179637"/>
              <a:gd name="csY4" fmla="*/ 0 h 1198800"/>
              <a:gd name="csX5" fmla="*/ 2179637 w 2179637"/>
              <a:gd name="csY5" fmla="*/ 0 h 1198800"/>
              <a:gd name="csX6" fmla="*/ 2179637 w 2179637"/>
              <a:gd name="csY6" fmla="*/ 1198800 h 1198800"/>
              <a:gd name="csX7" fmla="*/ 0 w 2179637"/>
              <a:gd name="csY7" fmla="*/ 1198800 h 1198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79637" h="1198800">
                <a:moveTo>
                  <a:pt x="98432" y="57677"/>
                </a:moveTo>
                <a:lnTo>
                  <a:pt x="98432" y="875433"/>
                </a:lnTo>
                <a:lnTo>
                  <a:pt x="566783" y="875433"/>
                </a:lnTo>
                <a:lnTo>
                  <a:pt x="566783" y="57677"/>
                </a:lnTo>
                <a:close/>
                <a:moveTo>
                  <a:pt x="0" y="0"/>
                </a:moveTo>
                <a:lnTo>
                  <a:pt x="2179637" y="0"/>
                </a:lnTo>
                <a:lnTo>
                  <a:pt x="2179637" y="1198800"/>
                </a:lnTo>
                <a:lnTo>
                  <a:pt x="0" y="1198800"/>
                </a:lnTo>
                <a:close/>
              </a:path>
            </a:pathLst>
          </a:custGeom>
          <a:solidFill>
            <a:srgbClr val="F4F2F1">
              <a:alpha val="8695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R"/>
          </a:p>
        </p:txBody>
      </p:sp>
      <p:pic>
        <p:nvPicPr>
          <p:cNvPr id="5" name="Picture 4">
            <a:extLst>
              <a:ext uri="{FF2B5EF4-FFF2-40B4-BE49-F238E27FC236}">
                <a16:creationId xmlns:a16="http://schemas.microsoft.com/office/drawing/2014/main" id="{212E8E5F-9D40-A674-FBBF-AB3B38064624}"/>
              </a:ext>
            </a:extLst>
          </p:cNvPr>
          <p:cNvPicPr>
            <a:picLocks noChangeAspect="1"/>
          </p:cNvPicPr>
          <p:nvPr/>
        </p:nvPicPr>
        <p:blipFill>
          <a:blip r:embed="rId4"/>
          <a:stretch>
            <a:fillRect/>
          </a:stretch>
        </p:blipFill>
        <p:spPr>
          <a:xfrm>
            <a:off x="0" y="410527"/>
            <a:ext cx="12192001" cy="1443931"/>
          </a:xfrm>
          <a:prstGeom prst="rect">
            <a:avLst/>
          </a:prstGeom>
        </p:spPr>
      </p:pic>
      <p:sp>
        <p:nvSpPr>
          <p:cNvPr id="12" name="Text Placeholder 14">
            <a:extLst>
              <a:ext uri="{FF2B5EF4-FFF2-40B4-BE49-F238E27FC236}">
                <a16:creationId xmlns:a16="http://schemas.microsoft.com/office/drawing/2014/main" id="{34959293-2770-8B41-2201-DF542CD80EA4}"/>
              </a:ext>
            </a:extLst>
          </p:cNvPr>
          <p:cNvSpPr txBox="1">
            <a:spLocks/>
          </p:cNvSpPr>
          <p:nvPr/>
        </p:nvSpPr>
        <p:spPr>
          <a:xfrm>
            <a:off x="0" y="0"/>
            <a:ext cx="12192000" cy="450689"/>
          </a:xfrm>
          <a:prstGeom prst="rect">
            <a:avLst/>
          </a:prstGeom>
          <a:solidFill>
            <a:schemeClr val="tx2"/>
          </a:solidFill>
          <a:ln>
            <a:noFill/>
          </a:ln>
        </p:spPr>
        <p:txBody>
          <a:bodyPr vert="horz" wrap="square" lIns="0" tIns="0" rIns="0" bIns="0" rtlCol="0" anchor="ctr">
            <a:no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gn="ctr">
              <a:lnSpc>
                <a:spcPct val="100000"/>
              </a:lnSpc>
            </a:pPr>
            <a:r>
              <a:rPr lang="en-US" sz="1200" b="1" dirty="0">
                <a:solidFill>
                  <a:schemeClr val="bg1"/>
                </a:solidFill>
                <a:latin typeface="+mn-lt"/>
              </a:rPr>
              <a:t>PLEASE REMOVE </a:t>
            </a:r>
            <a:r>
              <a:rPr lang="en-US" sz="1200" dirty="0">
                <a:solidFill>
                  <a:schemeClr val="bg1"/>
                </a:solidFill>
                <a:latin typeface="+mn-lt"/>
              </a:rPr>
              <a:t>Instructional slides after reviewing them</a:t>
            </a:r>
          </a:p>
        </p:txBody>
      </p:sp>
      <p:sp>
        <p:nvSpPr>
          <p:cNvPr id="14" name="Rectangle 13">
            <a:extLst>
              <a:ext uri="{FF2B5EF4-FFF2-40B4-BE49-F238E27FC236}">
                <a16:creationId xmlns:a16="http://schemas.microsoft.com/office/drawing/2014/main" id="{1C482AB3-BADC-2EB3-98E4-30CB89FFE476}"/>
              </a:ext>
            </a:extLst>
          </p:cNvPr>
          <p:cNvSpPr/>
          <p:nvPr/>
        </p:nvSpPr>
        <p:spPr>
          <a:xfrm>
            <a:off x="62170" y="861216"/>
            <a:ext cx="369229" cy="157614"/>
          </a:xfrm>
          <a:prstGeom prst="rect">
            <a:avLst/>
          </a:prstGeom>
          <a:solidFill>
            <a:srgbClr val="E9EEF3">
              <a:alpha val="85088"/>
            </a:srgbClr>
          </a:soli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446200A-B221-7AD4-E868-8A01DB41AB9C}"/>
              </a:ext>
            </a:extLst>
          </p:cNvPr>
          <p:cNvSpPr/>
          <p:nvPr/>
        </p:nvSpPr>
        <p:spPr>
          <a:xfrm>
            <a:off x="6098856" y="2050222"/>
            <a:ext cx="273068" cy="4276272"/>
          </a:xfrm>
          <a:custGeom>
            <a:avLst/>
            <a:gdLst>
              <a:gd name="csX0" fmla="*/ 0 w 255544"/>
              <a:gd name="csY0" fmla="*/ 0 h 4229819"/>
              <a:gd name="csX1" fmla="*/ 255544 w 255544"/>
              <a:gd name="csY1" fmla="*/ 0 h 4229819"/>
              <a:gd name="csX2" fmla="*/ 255544 w 255544"/>
              <a:gd name="csY2" fmla="*/ 4229819 h 4229819"/>
              <a:gd name="csX3" fmla="*/ 0 w 255544"/>
              <a:gd name="csY3" fmla="*/ 4229819 h 4229819"/>
              <a:gd name="csX4" fmla="*/ 0 w 255544"/>
              <a:gd name="csY4" fmla="*/ 0 h 4229819"/>
              <a:gd name="csX0" fmla="*/ 255544 w 346984"/>
              <a:gd name="csY0" fmla="*/ 4229819 h 4321259"/>
              <a:gd name="csX1" fmla="*/ 0 w 346984"/>
              <a:gd name="csY1" fmla="*/ 4229819 h 4321259"/>
              <a:gd name="csX2" fmla="*/ 0 w 346984"/>
              <a:gd name="csY2" fmla="*/ 0 h 4321259"/>
              <a:gd name="csX3" fmla="*/ 255544 w 346984"/>
              <a:gd name="csY3" fmla="*/ 0 h 4321259"/>
              <a:gd name="csX4" fmla="*/ 346984 w 346984"/>
              <a:gd name="csY4" fmla="*/ 4321259 h 4321259"/>
              <a:gd name="csX0" fmla="*/ 255544 w 255544"/>
              <a:gd name="csY0" fmla="*/ 4229819 h 4229819"/>
              <a:gd name="csX1" fmla="*/ 0 w 255544"/>
              <a:gd name="csY1" fmla="*/ 4229819 h 4229819"/>
              <a:gd name="csX2" fmla="*/ 0 w 255544"/>
              <a:gd name="csY2" fmla="*/ 0 h 4229819"/>
              <a:gd name="csX3" fmla="*/ 255544 w 255544"/>
              <a:gd name="csY3" fmla="*/ 0 h 4229819"/>
            </a:gdLst>
            <a:ahLst/>
            <a:cxnLst>
              <a:cxn ang="0">
                <a:pos x="csX0" y="csY0"/>
              </a:cxn>
              <a:cxn ang="0">
                <a:pos x="csX1" y="csY1"/>
              </a:cxn>
              <a:cxn ang="0">
                <a:pos x="csX2" y="csY2"/>
              </a:cxn>
              <a:cxn ang="0">
                <a:pos x="csX3" y="csY3"/>
              </a:cxn>
            </a:cxnLst>
            <a:rect l="l" t="t" r="r" b="b"/>
            <a:pathLst>
              <a:path w="255544" h="4229819">
                <a:moveTo>
                  <a:pt x="255544" y="4229819"/>
                </a:moveTo>
                <a:lnTo>
                  <a:pt x="0" y="4229819"/>
                </a:lnTo>
                <a:lnTo>
                  <a:pt x="0" y="0"/>
                </a:lnTo>
                <a:lnTo>
                  <a:pt x="255544" y="0"/>
                </a:lnTo>
              </a:path>
            </a:pathLst>
          </a:custGeom>
          <a:noFill/>
          <a:ln w="1905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74">
            <a:extLst>
              <a:ext uri="{FF2B5EF4-FFF2-40B4-BE49-F238E27FC236}">
                <a16:creationId xmlns:a16="http://schemas.microsoft.com/office/drawing/2014/main" id="{033FFE8F-9673-E0C2-F55C-3DB327CC4E11}"/>
              </a:ext>
            </a:extLst>
          </p:cNvPr>
          <p:cNvGrpSpPr/>
          <p:nvPr/>
        </p:nvGrpSpPr>
        <p:grpSpPr>
          <a:xfrm>
            <a:off x="580615" y="3324087"/>
            <a:ext cx="5358385" cy="1713152"/>
            <a:chOff x="580615" y="2466937"/>
            <a:chExt cx="5358385" cy="1713152"/>
          </a:xfrm>
        </p:grpSpPr>
        <p:sp>
          <p:nvSpPr>
            <p:cNvPr id="15" name="TextBox 14">
              <a:extLst>
                <a:ext uri="{FF2B5EF4-FFF2-40B4-BE49-F238E27FC236}">
                  <a16:creationId xmlns:a16="http://schemas.microsoft.com/office/drawing/2014/main" id="{6B58B420-98BD-79A5-C1D2-3C60E4AD0987}"/>
                </a:ext>
              </a:extLst>
            </p:cNvPr>
            <p:cNvSpPr txBox="1"/>
            <p:nvPr/>
          </p:nvSpPr>
          <p:spPr>
            <a:xfrm>
              <a:off x="580615" y="2466937"/>
              <a:ext cx="5358384" cy="307777"/>
            </a:xfrm>
            <a:prstGeom prst="rect">
              <a:avLst/>
            </a:prstGeom>
            <a:noFill/>
          </p:spPr>
          <p:txBody>
            <a:bodyPr wrap="square" lIns="0" tIns="0" rIns="0" bIns="0" rtlCol="0">
              <a:spAutoFit/>
            </a:bodyPr>
            <a:lstStyle/>
            <a:p>
              <a:pPr>
                <a:spcBef>
                  <a:spcPts val="1500"/>
                </a:spcBef>
              </a:pPr>
              <a:r>
                <a:rPr lang="en-US" sz="2000" b="1" dirty="0">
                  <a:solidFill>
                    <a:srgbClr val="0A1264"/>
                  </a:solidFill>
                </a:rPr>
                <a:t>THE TOOLBAR</a:t>
              </a:r>
            </a:p>
          </p:txBody>
        </p:sp>
        <p:sp>
          <p:nvSpPr>
            <p:cNvPr id="72" name="TextBox 71">
              <a:extLst>
                <a:ext uri="{FF2B5EF4-FFF2-40B4-BE49-F238E27FC236}">
                  <a16:creationId xmlns:a16="http://schemas.microsoft.com/office/drawing/2014/main" id="{A7020EF6-40BC-75ED-B49E-D1A21741E0F6}"/>
                </a:ext>
              </a:extLst>
            </p:cNvPr>
            <p:cNvSpPr txBox="1"/>
            <p:nvPr/>
          </p:nvSpPr>
          <p:spPr>
            <a:xfrm>
              <a:off x="580615" y="3887701"/>
              <a:ext cx="5358384" cy="292388"/>
            </a:xfrm>
            <a:prstGeom prst="rect">
              <a:avLst/>
            </a:prstGeom>
            <a:noFill/>
          </p:spPr>
          <p:txBody>
            <a:bodyPr wrap="square" lIns="0" tIns="0" rIns="0" bIns="0" rtlCol="0" anchor="t">
              <a:spAutoFit/>
            </a:bodyPr>
            <a:lstStyle/>
            <a:p>
              <a:pPr>
                <a:spcBef>
                  <a:spcPts val="1500"/>
                </a:spcBef>
              </a:pPr>
              <a:r>
                <a:rPr lang="en-US" sz="1900"/>
                <a:t>Cannot be accessed via the online version</a:t>
              </a:r>
              <a:endParaRPr lang="en-US" sz="1900">
                <a:solidFill>
                  <a:srgbClr val="000000"/>
                </a:solidFill>
              </a:endParaRPr>
            </a:p>
          </p:txBody>
        </p:sp>
        <p:sp>
          <p:nvSpPr>
            <p:cNvPr id="73" name="TextBox 72">
              <a:extLst>
                <a:ext uri="{FF2B5EF4-FFF2-40B4-BE49-F238E27FC236}">
                  <a16:creationId xmlns:a16="http://schemas.microsoft.com/office/drawing/2014/main" id="{2DF3D981-BA48-21A1-3589-68F045D5CAC3}"/>
                </a:ext>
              </a:extLst>
            </p:cNvPr>
            <p:cNvSpPr txBox="1"/>
            <p:nvPr/>
          </p:nvSpPr>
          <p:spPr>
            <a:xfrm>
              <a:off x="580616" y="2882366"/>
              <a:ext cx="5358384" cy="897682"/>
            </a:xfrm>
            <a:prstGeom prst="rect">
              <a:avLst/>
            </a:prstGeom>
            <a:noFill/>
          </p:spPr>
          <p:txBody>
            <a:bodyPr wrap="square" lIns="0" tIns="0" rIns="0" bIns="0" rtlCol="0" anchor="t">
              <a:spAutoFit/>
            </a:bodyPr>
            <a:lstStyle/>
            <a:p>
              <a:pPr>
                <a:lnSpc>
                  <a:spcPts val="3500"/>
                </a:lnSpc>
                <a:spcBef>
                  <a:spcPts val="1500"/>
                </a:spcBef>
              </a:pPr>
              <a:r>
                <a:rPr lang="en-US" sz="3600" b="1" dirty="0">
                  <a:solidFill>
                    <a:srgbClr val="005EFF"/>
                  </a:solidFill>
                  <a:latin typeface="Times New Roman"/>
                  <a:cs typeface="Times New Roman"/>
                </a:rPr>
                <a:t>Exclusively available on </a:t>
              </a:r>
              <a:r>
                <a:rPr lang="en-US" sz="3600" b="1">
                  <a:solidFill>
                    <a:srgbClr val="005EFF"/>
                  </a:solidFill>
                  <a:latin typeface="Times New Roman"/>
                  <a:cs typeface="Times New Roman"/>
                </a:rPr>
                <a:t>the desktop app</a:t>
              </a:r>
            </a:p>
          </p:txBody>
        </p:sp>
      </p:grpSp>
      <p:cxnSp>
        <p:nvCxnSpPr>
          <p:cNvPr id="21" name="Straight Arrow Connector 20">
            <a:extLst>
              <a:ext uri="{FF2B5EF4-FFF2-40B4-BE49-F238E27FC236}">
                <a16:creationId xmlns:a16="http://schemas.microsoft.com/office/drawing/2014/main" id="{D5C31BEF-5EA6-089B-108F-40542462D068}"/>
              </a:ext>
            </a:extLst>
          </p:cNvPr>
          <p:cNvCxnSpPr>
            <a:cxnSpLocks/>
          </p:cNvCxnSpPr>
          <p:nvPr/>
        </p:nvCxnSpPr>
        <p:spPr>
          <a:xfrm>
            <a:off x="964367" y="1080655"/>
            <a:ext cx="0" cy="2204688"/>
          </a:xfrm>
          <a:prstGeom prst="straightConnector1">
            <a:avLst/>
          </a:prstGeom>
          <a:ln w="19050">
            <a:headEnd type="none"/>
            <a:tailEnd type="arrow"/>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0A838552-F587-CEC6-868F-2CE977070144}"/>
              </a:ext>
            </a:extLst>
          </p:cNvPr>
          <p:cNvSpPr/>
          <p:nvPr/>
        </p:nvSpPr>
        <p:spPr>
          <a:xfrm>
            <a:off x="8511547" y="2187435"/>
            <a:ext cx="3126416" cy="1198800"/>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33" name="TextBox 32">
            <a:extLst>
              <a:ext uri="{FF2B5EF4-FFF2-40B4-BE49-F238E27FC236}">
                <a16:creationId xmlns:a16="http://schemas.microsoft.com/office/drawing/2014/main" id="{863FA0E4-6877-E71A-0240-1D151F20605A}"/>
              </a:ext>
            </a:extLst>
          </p:cNvPr>
          <p:cNvSpPr txBox="1"/>
          <p:nvPr/>
        </p:nvSpPr>
        <p:spPr>
          <a:xfrm>
            <a:off x="8694877" y="2363589"/>
            <a:ext cx="2759756" cy="715581"/>
          </a:xfrm>
          <a:prstGeom prst="rect">
            <a:avLst/>
          </a:prstGeom>
          <a:noFill/>
        </p:spPr>
        <p:txBody>
          <a:bodyPr wrap="square" lIns="0" tIns="0" rIns="0" bIns="0" rtlCol="0" anchor="t">
            <a:spAutoFit/>
          </a:bodyPr>
          <a:lstStyle/>
          <a:p>
            <a:pPr marL="0" lvl="1">
              <a:spcBef>
                <a:spcPts val="300"/>
              </a:spcBef>
            </a:pPr>
            <a:r>
              <a:rPr lang="en-US" sz="1100" b="1" dirty="0">
                <a:solidFill>
                  <a:srgbClr val="FFFFFF"/>
                </a:solidFill>
                <a:ea typeface="+mn-lt"/>
                <a:cs typeface="+mn-lt"/>
              </a:rPr>
              <a:t>Fix Layouts</a:t>
            </a:r>
            <a:endParaRPr lang="en-US" dirty="0">
              <a:solidFill>
                <a:srgbClr val="000000"/>
              </a:solidFill>
              <a:ea typeface="+mn-lt"/>
              <a:cs typeface="+mn-lt"/>
            </a:endParaRPr>
          </a:p>
          <a:p>
            <a:pPr marL="0" lvl="1">
              <a:spcBef>
                <a:spcPts val="300"/>
              </a:spcBef>
            </a:pPr>
            <a:r>
              <a:rPr lang="en-US" sz="1100" dirty="0">
                <a:solidFill>
                  <a:srgbClr val="FFFFFF"/>
                </a:solidFill>
                <a:ea typeface="+mn-lt"/>
                <a:cs typeface="+mn-lt"/>
              </a:rPr>
              <a:t>Removes non-original layouts and templates from the PowerPoint master, keeping files lightweight and consistent.</a:t>
            </a:r>
            <a:endParaRPr lang="en-US" dirty="0">
              <a:cs typeface="Arial"/>
            </a:endParaRPr>
          </a:p>
        </p:txBody>
      </p:sp>
      <p:sp>
        <p:nvSpPr>
          <p:cNvPr id="40" name="Rectangle 39">
            <a:extLst>
              <a:ext uri="{FF2B5EF4-FFF2-40B4-BE49-F238E27FC236}">
                <a16:creationId xmlns:a16="http://schemas.microsoft.com/office/drawing/2014/main" id="{FE9F9B3D-AF74-C317-F1D3-D22BC710371F}"/>
              </a:ext>
            </a:extLst>
          </p:cNvPr>
          <p:cNvSpPr/>
          <p:nvPr/>
        </p:nvSpPr>
        <p:spPr>
          <a:xfrm>
            <a:off x="8511547" y="3589011"/>
            <a:ext cx="3126416" cy="1198693"/>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41" name="TextBox 40">
            <a:extLst>
              <a:ext uri="{FF2B5EF4-FFF2-40B4-BE49-F238E27FC236}">
                <a16:creationId xmlns:a16="http://schemas.microsoft.com/office/drawing/2014/main" id="{FEE6B2DA-8056-6A93-4862-2A9B4F6722D0}"/>
              </a:ext>
            </a:extLst>
          </p:cNvPr>
          <p:cNvSpPr txBox="1"/>
          <p:nvPr/>
        </p:nvSpPr>
        <p:spPr>
          <a:xfrm>
            <a:off x="8694877" y="3765164"/>
            <a:ext cx="2759756" cy="546303"/>
          </a:xfrm>
          <a:prstGeom prst="rect">
            <a:avLst/>
          </a:prstGeom>
          <a:noFill/>
        </p:spPr>
        <p:txBody>
          <a:bodyPr wrap="square" lIns="0" tIns="0" rIns="0" bIns="0" rtlCol="0" anchor="t">
            <a:spAutoFit/>
          </a:bodyPr>
          <a:lstStyle/>
          <a:p>
            <a:pPr marL="0" lvl="1">
              <a:spcBef>
                <a:spcPts val="300"/>
              </a:spcBef>
            </a:pPr>
            <a:r>
              <a:rPr lang="en-US" sz="1100" b="1" dirty="0">
                <a:solidFill>
                  <a:srgbClr val="FFFFFF"/>
                </a:solidFill>
                <a:ea typeface="+mn-lt"/>
                <a:cs typeface="+mn-lt"/>
              </a:rPr>
              <a:t>Copy and Paste Slide</a:t>
            </a:r>
            <a:endParaRPr lang="en-US" dirty="0">
              <a:solidFill>
                <a:srgbClr val="000000"/>
              </a:solidFill>
              <a:ea typeface="+mn-lt"/>
              <a:cs typeface="+mn-lt"/>
            </a:endParaRPr>
          </a:p>
          <a:p>
            <a:pPr marL="0" lvl="1">
              <a:spcBef>
                <a:spcPts val="300"/>
              </a:spcBef>
            </a:pPr>
            <a:r>
              <a:rPr lang="en-US" sz="1100" dirty="0">
                <a:solidFill>
                  <a:srgbClr val="FFFFFF"/>
                </a:solidFill>
                <a:ea typeface="+mn-lt"/>
                <a:cs typeface="+mn-lt"/>
              </a:rPr>
              <a:t>Move entire slides between presentations while preserving formatting.</a:t>
            </a:r>
            <a:endParaRPr lang="en-US" dirty="0">
              <a:cs typeface="Arial" panose="020B0604020202020204"/>
            </a:endParaRPr>
          </a:p>
        </p:txBody>
      </p:sp>
      <p:sp>
        <p:nvSpPr>
          <p:cNvPr id="50" name="Rectangle 49">
            <a:extLst>
              <a:ext uri="{FF2B5EF4-FFF2-40B4-BE49-F238E27FC236}">
                <a16:creationId xmlns:a16="http://schemas.microsoft.com/office/drawing/2014/main" id="{B15159D3-0B85-7024-2828-EE6E2D86F51F}"/>
              </a:ext>
            </a:extLst>
          </p:cNvPr>
          <p:cNvSpPr/>
          <p:nvPr/>
        </p:nvSpPr>
        <p:spPr>
          <a:xfrm>
            <a:off x="8511547" y="4990586"/>
            <a:ext cx="3126416" cy="1198693"/>
          </a:xfrm>
          <a:prstGeom prst="rect">
            <a:avLst/>
          </a:prstGeom>
          <a:solidFill>
            <a:srgbClr val="005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1" name="TextBox 50">
            <a:extLst>
              <a:ext uri="{FF2B5EF4-FFF2-40B4-BE49-F238E27FC236}">
                <a16:creationId xmlns:a16="http://schemas.microsoft.com/office/drawing/2014/main" id="{84B808E7-A31B-065B-6652-A9AF1126E584}"/>
              </a:ext>
            </a:extLst>
          </p:cNvPr>
          <p:cNvSpPr txBox="1"/>
          <p:nvPr/>
        </p:nvSpPr>
        <p:spPr>
          <a:xfrm>
            <a:off x="8694877" y="5166739"/>
            <a:ext cx="2759756" cy="546303"/>
          </a:xfrm>
          <a:prstGeom prst="rect">
            <a:avLst/>
          </a:prstGeom>
          <a:noFill/>
        </p:spPr>
        <p:txBody>
          <a:bodyPr wrap="square" lIns="0" tIns="0" rIns="0" bIns="0" rtlCol="0" anchor="t">
            <a:spAutoFit/>
          </a:bodyPr>
          <a:lstStyle/>
          <a:p>
            <a:pPr marL="0" lvl="1">
              <a:spcBef>
                <a:spcPts val="300"/>
              </a:spcBef>
            </a:pPr>
            <a:r>
              <a:rPr lang="en-US" sz="1100" b="1">
                <a:solidFill>
                  <a:srgbClr val="FFFFFF"/>
                </a:solidFill>
                <a:ea typeface="+mn-lt"/>
                <a:cs typeface="+mn-lt"/>
              </a:rPr>
              <a:t>Fix Fonts</a:t>
            </a:r>
            <a:endParaRPr lang="en-US">
              <a:solidFill>
                <a:srgbClr val="000000"/>
              </a:solidFill>
              <a:ea typeface="+mn-lt"/>
              <a:cs typeface="+mn-lt"/>
            </a:endParaRPr>
          </a:p>
          <a:p>
            <a:pPr marL="0" lvl="1">
              <a:spcBef>
                <a:spcPts val="300"/>
              </a:spcBef>
            </a:pPr>
            <a:r>
              <a:rPr lang="en-US" sz="1100">
                <a:solidFill>
                  <a:srgbClr val="FFFFFF"/>
                </a:solidFill>
                <a:ea typeface="+mn-lt"/>
                <a:cs typeface="+mn-lt"/>
              </a:rPr>
              <a:t>Detects font issues and </a:t>
            </a:r>
            <a:r>
              <a:rPr lang="en-US" sz="1100" dirty="0">
                <a:solidFill>
                  <a:srgbClr val="FFFFFF"/>
                </a:solidFill>
                <a:ea typeface="+mn-lt"/>
                <a:cs typeface="+mn-lt"/>
              </a:rPr>
              <a:t>replaces them with the correct version.</a:t>
            </a:r>
            <a:endParaRPr lang="en-US">
              <a:cs typeface="Arial" panose="020B0604020202020204"/>
            </a:endParaRPr>
          </a:p>
        </p:txBody>
      </p:sp>
      <p:sp>
        <p:nvSpPr>
          <p:cNvPr id="9" name="Rectangle 8">
            <a:extLst>
              <a:ext uri="{FF2B5EF4-FFF2-40B4-BE49-F238E27FC236}">
                <a16:creationId xmlns:a16="http://schemas.microsoft.com/office/drawing/2014/main" id="{3D347E1B-FA4E-8840-A606-C6EBA1D311F5}"/>
              </a:ext>
            </a:extLst>
          </p:cNvPr>
          <p:cNvSpPr/>
          <p:nvPr/>
        </p:nvSpPr>
        <p:spPr>
          <a:xfrm>
            <a:off x="493569" y="826644"/>
            <a:ext cx="1117022" cy="202056"/>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0BBDB5A-0B82-3795-DBCA-38703FD91F08}"/>
              </a:ext>
            </a:extLst>
          </p:cNvPr>
          <p:cNvSpPr/>
          <p:nvPr/>
        </p:nvSpPr>
        <p:spPr>
          <a:xfrm>
            <a:off x="1696205" y="861216"/>
            <a:ext cx="5658607" cy="157614"/>
          </a:xfrm>
          <a:prstGeom prst="rect">
            <a:avLst/>
          </a:prstGeom>
          <a:solidFill>
            <a:srgbClr val="E9EEF3">
              <a:alpha val="85088"/>
            </a:srgbClr>
          </a:soli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84420AC1-8D88-A372-5BE9-6A545B48F479}"/>
              </a:ext>
            </a:extLst>
          </p:cNvPr>
          <p:cNvGrpSpPr/>
          <p:nvPr/>
        </p:nvGrpSpPr>
        <p:grpSpPr>
          <a:xfrm>
            <a:off x="6332105" y="2187435"/>
            <a:ext cx="2179637" cy="1198800"/>
            <a:chOff x="6332105" y="2187435"/>
            <a:chExt cx="2179637" cy="1198800"/>
          </a:xfrm>
        </p:grpSpPr>
        <p:pic>
          <p:nvPicPr>
            <p:cNvPr id="16" name="Picture 15" descr="A screenshot of a phone&#10;&#10;AI-generated content may be incorrect.">
              <a:extLst>
                <a:ext uri="{FF2B5EF4-FFF2-40B4-BE49-F238E27FC236}">
                  <a16:creationId xmlns:a16="http://schemas.microsoft.com/office/drawing/2014/main" id="{85DA71C8-ECEF-4BCD-DCC0-C9C1E84B44BF}"/>
                </a:ext>
              </a:extLst>
            </p:cNvPr>
            <p:cNvPicPr>
              <a:picLocks noChangeAspect="1"/>
            </p:cNvPicPr>
            <p:nvPr/>
          </p:nvPicPr>
          <p:blipFill>
            <a:blip r:embed="rId3"/>
            <a:stretch>
              <a:fillRect/>
            </a:stretch>
          </p:blipFill>
          <p:spPr>
            <a:xfrm>
              <a:off x="6332105" y="2187435"/>
              <a:ext cx="2179637" cy="1198800"/>
            </a:xfrm>
            <a:prstGeom prst="rect">
              <a:avLst/>
            </a:prstGeom>
          </p:spPr>
        </p:pic>
        <p:sp>
          <p:nvSpPr>
            <p:cNvPr id="19" name="Freeform 18">
              <a:extLst>
                <a:ext uri="{FF2B5EF4-FFF2-40B4-BE49-F238E27FC236}">
                  <a16:creationId xmlns:a16="http://schemas.microsoft.com/office/drawing/2014/main" id="{D73CB199-6111-49E0-CC8B-262C5F6AFEE9}"/>
                </a:ext>
              </a:extLst>
            </p:cNvPr>
            <p:cNvSpPr/>
            <p:nvPr/>
          </p:nvSpPr>
          <p:spPr>
            <a:xfrm>
              <a:off x="6332105" y="2187435"/>
              <a:ext cx="2179637" cy="1198800"/>
            </a:xfrm>
            <a:custGeom>
              <a:avLst/>
              <a:gdLst>
                <a:gd name="csX0" fmla="*/ 566783 w 2179637"/>
                <a:gd name="csY0" fmla="*/ 57677 h 1198800"/>
                <a:gd name="csX1" fmla="*/ 566783 w 2179637"/>
                <a:gd name="csY1" fmla="*/ 875433 h 1198800"/>
                <a:gd name="csX2" fmla="*/ 1131778 w 2179637"/>
                <a:gd name="csY2" fmla="*/ 875433 h 1198800"/>
                <a:gd name="csX3" fmla="*/ 1131778 w 2179637"/>
                <a:gd name="csY3" fmla="*/ 57677 h 1198800"/>
                <a:gd name="csX4" fmla="*/ 0 w 2179637"/>
                <a:gd name="csY4" fmla="*/ 0 h 1198800"/>
                <a:gd name="csX5" fmla="*/ 2179637 w 2179637"/>
                <a:gd name="csY5" fmla="*/ 0 h 1198800"/>
                <a:gd name="csX6" fmla="*/ 2179637 w 2179637"/>
                <a:gd name="csY6" fmla="*/ 1198800 h 1198800"/>
                <a:gd name="csX7" fmla="*/ 0 w 2179637"/>
                <a:gd name="csY7" fmla="*/ 1198800 h 1198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79637" h="1198800">
                  <a:moveTo>
                    <a:pt x="566783" y="57677"/>
                  </a:moveTo>
                  <a:lnTo>
                    <a:pt x="566783" y="875433"/>
                  </a:lnTo>
                  <a:lnTo>
                    <a:pt x="1131778" y="875433"/>
                  </a:lnTo>
                  <a:lnTo>
                    <a:pt x="1131778" y="57677"/>
                  </a:lnTo>
                  <a:close/>
                  <a:moveTo>
                    <a:pt x="0" y="0"/>
                  </a:moveTo>
                  <a:lnTo>
                    <a:pt x="2179637" y="0"/>
                  </a:lnTo>
                  <a:lnTo>
                    <a:pt x="2179637" y="1198800"/>
                  </a:lnTo>
                  <a:lnTo>
                    <a:pt x="0" y="1198800"/>
                  </a:lnTo>
                  <a:close/>
                </a:path>
              </a:pathLst>
            </a:custGeom>
            <a:solidFill>
              <a:srgbClr val="F4F2F1">
                <a:alpha val="8695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R"/>
            </a:p>
          </p:txBody>
        </p:sp>
        <p:sp>
          <p:nvSpPr>
            <p:cNvPr id="20" name="Rectangle 19">
              <a:extLst>
                <a:ext uri="{FF2B5EF4-FFF2-40B4-BE49-F238E27FC236}">
                  <a16:creationId xmlns:a16="http://schemas.microsoft.com/office/drawing/2014/main" id="{2E0F9790-58F6-3E09-E7F7-572D36A06B0C}"/>
                </a:ext>
              </a:extLst>
            </p:cNvPr>
            <p:cNvSpPr/>
            <p:nvPr/>
          </p:nvSpPr>
          <p:spPr>
            <a:xfrm>
              <a:off x="6898888" y="2245112"/>
              <a:ext cx="564995" cy="817756"/>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descr="A screenshot of a phone&#10;&#10;AI-generated content may be incorrect.">
            <a:extLst>
              <a:ext uri="{FF2B5EF4-FFF2-40B4-BE49-F238E27FC236}">
                <a16:creationId xmlns:a16="http://schemas.microsoft.com/office/drawing/2014/main" id="{62FD580C-AD1B-3C2D-B823-5D0C6F24ACC7}"/>
              </a:ext>
            </a:extLst>
          </p:cNvPr>
          <p:cNvPicPr>
            <a:picLocks noChangeAspect="1"/>
          </p:cNvPicPr>
          <p:nvPr/>
        </p:nvPicPr>
        <p:blipFill>
          <a:blip r:embed="rId3"/>
          <a:stretch>
            <a:fillRect/>
          </a:stretch>
        </p:blipFill>
        <p:spPr>
          <a:xfrm>
            <a:off x="6332105" y="3588904"/>
            <a:ext cx="2179637" cy="1198800"/>
          </a:xfrm>
          <a:prstGeom prst="rect">
            <a:avLst/>
          </a:prstGeom>
        </p:spPr>
      </p:pic>
      <p:sp>
        <p:nvSpPr>
          <p:cNvPr id="30" name="Freeform 29">
            <a:extLst>
              <a:ext uri="{FF2B5EF4-FFF2-40B4-BE49-F238E27FC236}">
                <a16:creationId xmlns:a16="http://schemas.microsoft.com/office/drawing/2014/main" id="{4738B59F-E59C-C513-7D0B-9EEE7FBFC958}"/>
              </a:ext>
            </a:extLst>
          </p:cNvPr>
          <p:cNvSpPr/>
          <p:nvPr/>
        </p:nvSpPr>
        <p:spPr>
          <a:xfrm>
            <a:off x="6332105" y="3588904"/>
            <a:ext cx="2179637" cy="1198800"/>
          </a:xfrm>
          <a:custGeom>
            <a:avLst/>
            <a:gdLst>
              <a:gd name="csX0" fmla="*/ 1089818 w 2179637"/>
              <a:gd name="csY0" fmla="*/ 57677 h 1198800"/>
              <a:gd name="csX1" fmla="*/ 1089818 w 2179637"/>
              <a:gd name="csY1" fmla="*/ 875433 h 1198800"/>
              <a:gd name="csX2" fmla="*/ 1654813 w 2179637"/>
              <a:gd name="csY2" fmla="*/ 875433 h 1198800"/>
              <a:gd name="csX3" fmla="*/ 1654813 w 2179637"/>
              <a:gd name="csY3" fmla="*/ 57677 h 1198800"/>
              <a:gd name="csX4" fmla="*/ 0 w 2179637"/>
              <a:gd name="csY4" fmla="*/ 0 h 1198800"/>
              <a:gd name="csX5" fmla="*/ 2179637 w 2179637"/>
              <a:gd name="csY5" fmla="*/ 0 h 1198800"/>
              <a:gd name="csX6" fmla="*/ 2179637 w 2179637"/>
              <a:gd name="csY6" fmla="*/ 1198800 h 1198800"/>
              <a:gd name="csX7" fmla="*/ 0 w 2179637"/>
              <a:gd name="csY7" fmla="*/ 1198800 h 11988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79637" h="1198800">
                <a:moveTo>
                  <a:pt x="1089818" y="57677"/>
                </a:moveTo>
                <a:lnTo>
                  <a:pt x="1089818" y="875433"/>
                </a:lnTo>
                <a:lnTo>
                  <a:pt x="1654813" y="875433"/>
                </a:lnTo>
                <a:lnTo>
                  <a:pt x="1654813" y="57677"/>
                </a:lnTo>
                <a:close/>
                <a:moveTo>
                  <a:pt x="0" y="0"/>
                </a:moveTo>
                <a:lnTo>
                  <a:pt x="2179637" y="0"/>
                </a:lnTo>
                <a:lnTo>
                  <a:pt x="2179637" y="1198800"/>
                </a:lnTo>
                <a:lnTo>
                  <a:pt x="0" y="1198800"/>
                </a:lnTo>
                <a:close/>
              </a:path>
            </a:pathLst>
          </a:custGeom>
          <a:solidFill>
            <a:srgbClr val="F4F2F1">
              <a:alpha val="8695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R"/>
          </a:p>
        </p:txBody>
      </p:sp>
      <p:sp>
        <p:nvSpPr>
          <p:cNvPr id="32" name="Rectangle 31">
            <a:extLst>
              <a:ext uri="{FF2B5EF4-FFF2-40B4-BE49-F238E27FC236}">
                <a16:creationId xmlns:a16="http://schemas.microsoft.com/office/drawing/2014/main" id="{79FDBB0A-47B2-4DD4-B075-B212C8ED3670}"/>
              </a:ext>
            </a:extLst>
          </p:cNvPr>
          <p:cNvSpPr/>
          <p:nvPr/>
        </p:nvSpPr>
        <p:spPr>
          <a:xfrm>
            <a:off x="7421923" y="3646581"/>
            <a:ext cx="564995" cy="817756"/>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A13A2297-2478-E17F-3941-F546A1BAFB9D}"/>
              </a:ext>
            </a:extLst>
          </p:cNvPr>
          <p:cNvSpPr/>
          <p:nvPr/>
        </p:nvSpPr>
        <p:spPr>
          <a:xfrm flipH="1">
            <a:off x="6430537" y="5048156"/>
            <a:ext cx="468351" cy="817756"/>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2EE40D64-F2C9-2EA6-298D-6B6DB99E9074}"/>
              </a:ext>
            </a:extLst>
          </p:cNvPr>
          <p:cNvSpPr/>
          <p:nvPr/>
        </p:nvSpPr>
        <p:spPr>
          <a:xfrm>
            <a:off x="3076579" y="1045996"/>
            <a:ext cx="1526025" cy="808462"/>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a:extLst>
              <a:ext uri="{FF2B5EF4-FFF2-40B4-BE49-F238E27FC236}">
                <a16:creationId xmlns:a16="http://schemas.microsoft.com/office/drawing/2014/main" id="{0DD92870-1932-12E7-EEDD-0B2A3E423DF7}"/>
              </a:ext>
            </a:extLst>
          </p:cNvPr>
          <p:cNvSpPr/>
          <p:nvPr/>
        </p:nvSpPr>
        <p:spPr>
          <a:xfrm>
            <a:off x="3850105" y="1848050"/>
            <a:ext cx="2245893" cy="640409"/>
          </a:xfrm>
          <a:custGeom>
            <a:avLst/>
            <a:gdLst>
              <a:gd name="csX0" fmla="*/ 0 w 2454442"/>
              <a:gd name="csY0" fmla="*/ 0 h 779646"/>
              <a:gd name="csX1" fmla="*/ 0 w 2454442"/>
              <a:gd name="csY1" fmla="*/ 779646 h 779646"/>
              <a:gd name="csX2" fmla="*/ 125129 w 2454442"/>
              <a:gd name="csY2" fmla="*/ 779646 h 779646"/>
              <a:gd name="csX3" fmla="*/ 2454442 w 2454442"/>
              <a:gd name="csY3" fmla="*/ 779646 h 779646"/>
            </a:gdLst>
            <a:ahLst/>
            <a:cxnLst>
              <a:cxn ang="0">
                <a:pos x="csX0" y="csY0"/>
              </a:cxn>
              <a:cxn ang="0">
                <a:pos x="csX1" y="csY1"/>
              </a:cxn>
              <a:cxn ang="0">
                <a:pos x="csX2" y="csY2"/>
              </a:cxn>
              <a:cxn ang="0">
                <a:pos x="csX3" y="csY3"/>
              </a:cxn>
            </a:cxnLst>
            <a:rect l="l" t="t" r="r" b="b"/>
            <a:pathLst>
              <a:path w="2454442" h="779646">
                <a:moveTo>
                  <a:pt x="0" y="0"/>
                </a:moveTo>
                <a:lnTo>
                  <a:pt x="0" y="779646"/>
                </a:lnTo>
                <a:lnTo>
                  <a:pt x="125129" y="779646"/>
                </a:lnTo>
                <a:lnTo>
                  <a:pt x="2454442" y="779646"/>
                </a:lnTo>
              </a:path>
            </a:pathLst>
          </a:custGeom>
          <a:ln w="19050">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R" dirty="0"/>
          </a:p>
        </p:txBody>
      </p:sp>
    </p:spTree>
    <p:extLst>
      <p:ext uri="{BB962C8B-B14F-4D97-AF65-F5344CB8AC3E}">
        <p14:creationId xmlns:p14="http://schemas.microsoft.com/office/powerpoint/2010/main" val="1967413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13">
            <a:extLst>
              <a:ext uri="{FF2B5EF4-FFF2-40B4-BE49-F238E27FC236}">
                <a16:creationId xmlns:a16="http://schemas.microsoft.com/office/drawing/2014/main" id="{D88A20AE-CF28-C138-8845-6CCFCF3AB530}"/>
              </a:ext>
            </a:extLst>
          </p:cNvPr>
          <p:cNvSpPr txBox="1">
            <a:spLocks/>
          </p:cNvSpPr>
          <p:nvPr/>
        </p:nvSpPr>
        <p:spPr>
          <a:xfrm>
            <a:off x="4120476" y="1336488"/>
            <a:ext cx="3272400" cy="174984"/>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200" b="1" dirty="0">
                <a:solidFill>
                  <a:srgbClr val="005EFF"/>
                </a:solidFill>
              </a:rPr>
              <a:t>Where to find our templates</a:t>
            </a:r>
          </a:p>
        </p:txBody>
      </p:sp>
      <p:sp>
        <p:nvSpPr>
          <p:cNvPr id="20" name="Content Placeholder 13">
            <a:extLst>
              <a:ext uri="{FF2B5EF4-FFF2-40B4-BE49-F238E27FC236}">
                <a16:creationId xmlns:a16="http://schemas.microsoft.com/office/drawing/2014/main" id="{C141473A-BC14-A323-A69B-634E554D44DB}"/>
              </a:ext>
            </a:extLst>
          </p:cNvPr>
          <p:cNvSpPr txBox="1">
            <a:spLocks/>
          </p:cNvSpPr>
          <p:nvPr/>
        </p:nvSpPr>
        <p:spPr>
          <a:xfrm>
            <a:off x="4120476" y="1597720"/>
            <a:ext cx="4821140" cy="160365"/>
          </a:xfrm>
          <a:prstGeom prst="rect">
            <a:avLst/>
          </a:prstGeom>
        </p:spPr>
        <p:txBody>
          <a:bodyPr vert="horz" wrap="square" lIns="251999" tIns="0" rIns="0" bIns="0" rtlCol="0" anchor="t">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dirty="0"/>
              <a:t>  In PowerPoint desktop &gt; </a:t>
            </a:r>
            <a:r>
              <a:rPr lang="en-US" sz="1100" b="1" dirty="0"/>
              <a:t>Moody’s Toolbar</a:t>
            </a:r>
            <a:r>
              <a:rPr lang="en-US" sz="1100" dirty="0"/>
              <a:t> tab &gt; Templates</a:t>
            </a:r>
          </a:p>
        </p:txBody>
      </p:sp>
      <p:sp>
        <p:nvSpPr>
          <p:cNvPr id="21" name="Oval 20">
            <a:extLst>
              <a:ext uri="{FF2B5EF4-FFF2-40B4-BE49-F238E27FC236}">
                <a16:creationId xmlns:a16="http://schemas.microsoft.com/office/drawing/2014/main" id="{75FF8AC5-AF47-0E25-17F6-F55467AFB3C9}"/>
              </a:ext>
            </a:extLst>
          </p:cNvPr>
          <p:cNvSpPr/>
          <p:nvPr/>
        </p:nvSpPr>
        <p:spPr>
          <a:xfrm>
            <a:off x="4120476" y="1578287"/>
            <a:ext cx="213851" cy="2138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R" sz="1100" dirty="0"/>
              <a:t>1</a:t>
            </a:r>
          </a:p>
        </p:txBody>
      </p:sp>
      <p:cxnSp>
        <p:nvCxnSpPr>
          <p:cNvPr id="50" name="Straight Connector 49">
            <a:extLst>
              <a:ext uri="{FF2B5EF4-FFF2-40B4-BE49-F238E27FC236}">
                <a16:creationId xmlns:a16="http://schemas.microsoft.com/office/drawing/2014/main" id="{B8230BF3-D02B-3799-1F99-8098AD956AD2}"/>
              </a:ext>
            </a:extLst>
          </p:cNvPr>
          <p:cNvCxnSpPr>
            <a:cxnSpLocks/>
          </p:cNvCxnSpPr>
          <p:nvPr/>
        </p:nvCxnSpPr>
        <p:spPr>
          <a:xfrm>
            <a:off x="5125063" y="14448270"/>
            <a:ext cx="6536611"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14">
            <a:extLst>
              <a:ext uri="{FF2B5EF4-FFF2-40B4-BE49-F238E27FC236}">
                <a16:creationId xmlns:a16="http://schemas.microsoft.com/office/drawing/2014/main" id="{3E44E9F2-498E-EF0E-B3F9-25F74D7D3D6C}"/>
              </a:ext>
            </a:extLst>
          </p:cNvPr>
          <p:cNvSpPr txBox="1">
            <a:spLocks/>
          </p:cNvSpPr>
          <p:nvPr/>
        </p:nvSpPr>
        <p:spPr>
          <a:xfrm>
            <a:off x="0" y="0"/>
            <a:ext cx="12192000" cy="450689"/>
          </a:xfrm>
          <a:prstGeom prst="rect">
            <a:avLst/>
          </a:prstGeom>
          <a:solidFill>
            <a:schemeClr val="tx2"/>
          </a:solidFill>
          <a:ln>
            <a:noFill/>
          </a:ln>
        </p:spPr>
        <p:txBody>
          <a:bodyPr vert="horz" wrap="square" lIns="0" tIns="0" rIns="0" bIns="0" rtlCol="0" anchor="ctr">
            <a:no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gn="ctr">
              <a:lnSpc>
                <a:spcPct val="100000"/>
              </a:lnSpc>
            </a:pPr>
            <a:r>
              <a:rPr lang="en-US" sz="1200" b="1" dirty="0">
                <a:solidFill>
                  <a:schemeClr val="bg1"/>
                </a:solidFill>
                <a:latin typeface="+mn-lt"/>
              </a:rPr>
              <a:t>PLEASE REMOVE </a:t>
            </a:r>
            <a:r>
              <a:rPr lang="en-US" sz="1200" dirty="0">
                <a:solidFill>
                  <a:schemeClr val="bg1"/>
                </a:solidFill>
                <a:latin typeface="+mn-lt"/>
              </a:rPr>
              <a:t>Instructional slides after reviewing them</a:t>
            </a:r>
          </a:p>
        </p:txBody>
      </p:sp>
      <p:grpSp>
        <p:nvGrpSpPr>
          <p:cNvPr id="121" name="Group 120">
            <a:extLst>
              <a:ext uri="{FF2B5EF4-FFF2-40B4-BE49-F238E27FC236}">
                <a16:creationId xmlns:a16="http://schemas.microsoft.com/office/drawing/2014/main" id="{F9812254-F32C-0032-5B6E-B5CAD200EA95}"/>
              </a:ext>
            </a:extLst>
          </p:cNvPr>
          <p:cNvGrpSpPr/>
          <p:nvPr/>
        </p:nvGrpSpPr>
        <p:grpSpPr>
          <a:xfrm>
            <a:off x="4120477" y="1918242"/>
            <a:ext cx="4225406" cy="854111"/>
            <a:chOff x="4120476" y="1962691"/>
            <a:chExt cx="6176785" cy="1248557"/>
          </a:xfrm>
        </p:grpSpPr>
        <p:grpSp>
          <p:nvGrpSpPr>
            <p:cNvPr id="114" name="Group 113">
              <a:extLst>
                <a:ext uri="{FF2B5EF4-FFF2-40B4-BE49-F238E27FC236}">
                  <a16:creationId xmlns:a16="http://schemas.microsoft.com/office/drawing/2014/main" id="{6864DF4D-C956-D2CD-8F43-6BBDD8CB856E}"/>
                </a:ext>
              </a:extLst>
            </p:cNvPr>
            <p:cNvGrpSpPr/>
            <p:nvPr/>
          </p:nvGrpSpPr>
          <p:grpSpPr>
            <a:xfrm>
              <a:off x="4120476" y="1962691"/>
              <a:ext cx="5451540" cy="1045757"/>
              <a:chOff x="1" y="9566222"/>
              <a:chExt cx="5451540" cy="1045757"/>
            </a:xfrm>
          </p:grpSpPr>
          <p:pic>
            <p:nvPicPr>
              <p:cNvPr id="13" name="Picture 12">
                <a:extLst>
                  <a:ext uri="{FF2B5EF4-FFF2-40B4-BE49-F238E27FC236}">
                    <a16:creationId xmlns:a16="http://schemas.microsoft.com/office/drawing/2014/main" id="{C49679EF-6578-8069-7BE4-652A81C4D821}"/>
                  </a:ext>
                </a:extLst>
              </p:cNvPr>
              <p:cNvPicPr>
                <a:picLocks noChangeAspect="1"/>
              </p:cNvPicPr>
              <p:nvPr/>
            </p:nvPicPr>
            <p:blipFill>
              <a:blip r:embed="rId3"/>
              <a:srcRect t="27576" r="62411"/>
              <a:stretch>
                <a:fillRect/>
              </a:stretch>
            </p:blipFill>
            <p:spPr>
              <a:xfrm>
                <a:off x="1" y="9566222"/>
                <a:ext cx="4582886" cy="1045757"/>
              </a:xfrm>
              <a:prstGeom prst="rect">
                <a:avLst/>
              </a:prstGeom>
            </p:spPr>
          </p:pic>
          <p:sp>
            <p:nvSpPr>
              <p:cNvPr id="35" name="Rectangle 34">
                <a:extLst>
                  <a:ext uri="{FF2B5EF4-FFF2-40B4-BE49-F238E27FC236}">
                    <a16:creationId xmlns:a16="http://schemas.microsoft.com/office/drawing/2014/main" id="{910849BD-1B4D-129F-7DAE-3BB8B4D9EB1C}"/>
                  </a:ext>
                </a:extLst>
              </p:cNvPr>
              <p:cNvSpPr/>
              <p:nvPr/>
            </p:nvSpPr>
            <p:spPr>
              <a:xfrm>
                <a:off x="474639" y="9566222"/>
                <a:ext cx="1148677" cy="215628"/>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Rectangle 37">
                <a:extLst>
                  <a:ext uri="{FF2B5EF4-FFF2-40B4-BE49-F238E27FC236}">
                    <a16:creationId xmlns:a16="http://schemas.microsoft.com/office/drawing/2014/main" id="{83FF4B45-6998-58DA-BFA6-3A66A90A342F}"/>
                  </a:ext>
                </a:extLst>
              </p:cNvPr>
              <p:cNvSpPr/>
              <p:nvPr/>
            </p:nvSpPr>
            <p:spPr>
              <a:xfrm>
                <a:off x="138050" y="9566222"/>
                <a:ext cx="260247" cy="193989"/>
              </a:xfrm>
              <a:prstGeom prst="rect">
                <a:avLst/>
              </a:prstGeom>
              <a:solidFill>
                <a:srgbClr val="E9EFF3"/>
              </a:soli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Rectangle 38">
                <a:extLst>
                  <a:ext uri="{FF2B5EF4-FFF2-40B4-BE49-F238E27FC236}">
                    <a16:creationId xmlns:a16="http://schemas.microsoft.com/office/drawing/2014/main" id="{04266449-6202-C79F-A104-5C7ABF237F92}"/>
                  </a:ext>
                </a:extLst>
              </p:cNvPr>
              <p:cNvSpPr/>
              <p:nvPr/>
            </p:nvSpPr>
            <p:spPr>
              <a:xfrm>
                <a:off x="1705384" y="9566222"/>
                <a:ext cx="3746157" cy="261232"/>
              </a:xfrm>
              <a:prstGeom prst="rect">
                <a:avLst/>
              </a:prstGeom>
              <a:solidFill>
                <a:srgbClr val="E9EFF3"/>
              </a:soli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Rectangle 48">
                <a:extLst>
                  <a:ext uri="{FF2B5EF4-FFF2-40B4-BE49-F238E27FC236}">
                    <a16:creationId xmlns:a16="http://schemas.microsoft.com/office/drawing/2014/main" id="{5D398659-7AE2-D1B7-741B-004FA04E3BC2}"/>
                  </a:ext>
                </a:extLst>
              </p:cNvPr>
              <p:cNvSpPr/>
              <p:nvPr/>
            </p:nvSpPr>
            <p:spPr>
              <a:xfrm>
                <a:off x="138051" y="9835492"/>
                <a:ext cx="5313490" cy="754124"/>
              </a:xfrm>
              <a:prstGeom prst="rect">
                <a:avLst/>
              </a:prstGeom>
              <a:solidFill>
                <a:srgbClr val="FFFFFF">
                  <a:alpha val="90000"/>
                </a:srgbClr>
              </a:solidFill>
              <a:ln w="381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28" name="Group 27">
              <a:extLst>
                <a:ext uri="{FF2B5EF4-FFF2-40B4-BE49-F238E27FC236}">
                  <a16:creationId xmlns:a16="http://schemas.microsoft.com/office/drawing/2014/main" id="{81C89747-D0BF-5EB8-6AAF-C1F0D53B0FA8}"/>
                </a:ext>
              </a:extLst>
            </p:cNvPr>
            <p:cNvGrpSpPr/>
            <p:nvPr/>
          </p:nvGrpSpPr>
          <p:grpSpPr>
            <a:xfrm>
              <a:off x="8715826" y="2245792"/>
              <a:ext cx="1581435" cy="965456"/>
              <a:chOff x="9649462" y="5553894"/>
              <a:chExt cx="1581435" cy="965456"/>
            </a:xfrm>
          </p:grpSpPr>
          <p:pic>
            <p:nvPicPr>
              <p:cNvPr id="18" name="Picture 17">
                <a:extLst>
                  <a:ext uri="{FF2B5EF4-FFF2-40B4-BE49-F238E27FC236}">
                    <a16:creationId xmlns:a16="http://schemas.microsoft.com/office/drawing/2014/main" id="{63AD92BF-BC7C-14E4-F3BD-F358F47C6786}"/>
                  </a:ext>
                </a:extLst>
              </p:cNvPr>
              <p:cNvPicPr>
                <a:picLocks noChangeAspect="1"/>
              </p:cNvPicPr>
              <p:nvPr/>
            </p:nvPicPr>
            <p:blipFill>
              <a:blip r:embed="rId4"/>
              <a:srcRect l="84169" t="29512" r="3241" b="3939"/>
              <a:stretch>
                <a:fillRect/>
              </a:stretch>
            </p:blipFill>
            <p:spPr>
              <a:xfrm>
                <a:off x="9649462" y="5553894"/>
                <a:ext cx="1581435" cy="965456"/>
              </a:xfrm>
              <a:custGeom>
                <a:avLst/>
                <a:gdLst>
                  <a:gd name="csX0" fmla="*/ 0 w 1581435"/>
                  <a:gd name="csY0" fmla="*/ 0 h 965456"/>
                  <a:gd name="csX1" fmla="*/ 858764 w 1581435"/>
                  <a:gd name="csY1" fmla="*/ 0 h 965456"/>
                  <a:gd name="csX2" fmla="*/ 858764 w 1581435"/>
                  <a:gd name="csY2" fmla="*/ 213288 h 965456"/>
                  <a:gd name="csX3" fmla="*/ 1581435 w 1581435"/>
                  <a:gd name="csY3" fmla="*/ 213288 h 965456"/>
                  <a:gd name="csX4" fmla="*/ 1581435 w 1581435"/>
                  <a:gd name="csY4" fmla="*/ 965455 h 965456"/>
                  <a:gd name="csX5" fmla="*/ 858764 w 1581435"/>
                  <a:gd name="csY5" fmla="*/ 965455 h 965456"/>
                  <a:gd name="csX6" fmla="*/ 858764 w 1581435"/>
                  <a:gd name="csY6" fmla="*/ 965456 h 965456"/>
                  <a:gd name="csX7" fmla="*/ 0 w 1581435"/>
                  <a:gd name="csY7" fmla="*/ 965456 h 965456"/>
                  <a:gd name="csX8" fmla="*/ 0 w 1581435"/>
                  <a:gd name="csY8" fmla="*/ 0 h 9654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81435" h="965456">
                    <a:moveTo>
                      <a:pt x="0" y="0"/>
                    </a:moveTo>
                    <a:lnTo>
                      <a:pt x="858764" y="0"/>
                    </a:lnTo>
                    <a:lnTo>
                      <a:pt x="858764" y="213288"/>
                    </a:lnTo>
                    <a:lnTo>
                      <a:pt x="1581435" y="213288"/>
                    </a:lnTo>
                    <a:lnTo>
                      <a:pt x="1581435" y="965455"/>
                    </a:lnTo>
                    <a:lnTo>
                      <a:pt x="858764" y="965455"/>
                    </a:lnTo>
                    <a:lnTo>
                      <a:pt x="858764" y="965456"/>
                    </a:lnTo>
                    <a:lnTo>
                      <a:pt x="0" y="965456"/>
                    </a:lnTo>
                    <a:lnTo>
                      <a:pt x="0" y="0"/>
                    </a:lnTo>
                    <a:close/>
                  </a:path>
                </a:pathLst>
              </a:custGeom>
            </p:spPr>
          </p:pic>
          <p:sp>
            <p:nvSpPr>
              <p:cNvPr id="23" name="Freeform 22">
                <a:extLst>
                  <a:ext uri="{FF2B5EF4-FFF2-40B4-BE49-F238E27FC236}">
                    <a16:creationId xmlns:a16="http://schemas.microsoft.com/office/drawing/2014/main" id="{C7209968-3030-A136-2573-9C17481350BF}"/>
                  </a:ext>
                </a:extLst>
              </p:cNvPr>
              <p:cNvSpPr/>
              <p:nvPr/>
            </p:nvSpPr>
            <p:spPr>
              <a:xfrm>
                <a:off x="9649462" y="5553894"/>
                <a:ext cx="1581435" cy="965456"/>
              </a:xfrm>
              <a:custGeom>
                <a:avLst/>
                <a:gdLst>
                  <a:gd name="csX0" fmla="*/ 0 w 1581435"/>
                  <a:gd name="csY0" fmla="*/ 0 h 965456"/>
                  <a:gd name="csX1" fmla="*/ 858764 w 1581435"/>
                  <a:gd name="csY1" fmla="*/ 0 h 965456"/>
                  <a:gd name="csX2" fmla="*/ 858764 w 1581435"/>
                  <a:gd name="csY2" fmla="*/ 213288 h 965456"/>
                  <a:gd name="csX3" fmla="*/ 1581435 w 1581435"/>
                  <a:gd name="csY3" fmla="*/ 213288 h 965456"/>
                  <a:gd name="csX4" fmla="*/ 1581435 w 1581435"/>
                  <a:gd name="csY4" fmla="*/ 965455 h 965456"/>
                  <a:gd name="csX5" fmla="*/ 858764 w 1581435"/>
                  <a:gd name="csY5" fmla="*/ 965455 h 965456"/>
                  <a:gd name="csX6" fmla="*/ 858764 w 1581435"/>
                  <a:gd name="csY6" fmla="*/ 965456 h 965456"/>
                  <a:gd name="csX7" fmla="*/ 0 w 1581435"/>
                  <a:gd name="csY7" fmla="*/ 965456 h 9654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81435" h="965456">
                    <a:moveTo>
                      <a:pt x="0" y="0"/>
                    </a:moveTo>
                    <a:lnTo>
                      <a:pt x="858764" y="0"/>
                    </a:lnTo>
                    <a:lnTo>
                      <a:pt x="858764" y="213288"/>
                    </a:lnTo>
                    <a:lnTo>
                      <a:pt x="1581435" y="213288"/>
                    </a:lnTo>
                    <a:lnTo>
                      <a:pt x="1581435" y="965455"/>
                    </a:lnTo>
                    <a:lnTo>
                      <a:pt x="858764" y="965455"/>
                    </a:lnTo>
                    <a:lnTo>
                      <a:pt x="858764" y="965456"/>
                    </a:lnTo>
                    <a:lnTo>
                      <a:pt x="0" y="965456"/>
                    </a:lnTo>
                    <a:close/>
                  </a:path>
                </a:pathLst>
              </a:cu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3" name="Slide Number Placeholder 2">
            <a:extLst>
              <a:ext uri="{FF2B5EF4-FFF2-40B4-BE49-F238E27FC236}">
                <a16:creationId xmlns:a16="http://schemas.microsoft.com/office/drawing/2014/main" id="{9BEC90A5-502E-68DF-111F-127B86CE0CD6}"/>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3</a:t>
            </a:fld>
            <a:endParaRPr lang="en-US"/>
          </a:p>
        </p:txBody>
      </p:sp>
      <p:sp>
        <p:nvSpPr>
          <p:cNvPr id="88" name="Content Placeholder 13">
            <a:extLst>
              <a:ext uri="{FF2B5EF4-FFF2-40B4-BE49-F238E27FC236}">
                <a16:creationId xmlns:a16="http://schemas.microsoft.com/office/drawing/2014/main" id="{1D2C1CF0-30F2-A752-39C0-205239CDB0E3}"/>
              </a:ext>
            </a:extLst>
          </p:cNvPr>
          <p:cNvSpPr txBox="1">
            <a:spLocks/>
          </p:cNvSpPr>
          <p:nvPr/>
        </p:nvSpPr>
        <p:spPr>
          <a:xfrm>
            <a:off x="546100" y="3779328"/>
            <a:ext cx="3272400" cy="180562"/>
          </a:xfrm>
          <a:prstGeom prst="rect">
            <a:avLst/>
          </a:prstGeom>
        </p:spPr>
        <p:txBody>
          <a:bodyPr vert="horz" wrap="square" lIns="0" tIns="0" rIns="0" bIns="0" rtlCol="0" anchor="t">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200" b="1" dirty="0">
                <a:solidFill>
                  <a:srgbClr val="005EFF"/>
                </a:solidFill>
              </a:rPr>
              <a:t>Guidance on Brand Center</a:t>
            </a:r>
          </a:p>
        </p:txBody>
      </p:sp>
      <p:sp>
        <p:nvSpPr>
          <p:cNvPr id="89" name="Content Placeholder 13">
            <a:extLst>
              <a:ext uri="{FF2B5EF4-FFF2-40B4-BE49-F238E27FC236}">
                <a16:creationId xmlns:a16="http://schemas.microsoft.com/office/drawing/2014/main" id="{30F4F23A-5C1C-688B-4ED8-6100B14ED637}"/>
              </a:ext>
            </a:extLst>
          </p:cNvPr>
          <p:cNvSpPr txBox="1">
            <a:spLocks/>
          </p:cNvSpPr>
          <p:nvPr/>
        </p:nvSpPr>
        <p:spPr>
          <a:xfrm>
            <a:off x="546100" y="4126652"/>
            <a:ext cx="2962118" cy="320400"/>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a:solidFill>
                  <a:srgbClr val="FFFFFF"/>
                </a:solidFill>
                <a:hlinkClick r:id="rId5">
                  <a:extLst>
                    <a:ext uri="{A12FA001-AC4F-418D-AE19-62706E023703}">
                      <ahyp:hlinkClr xmlns:ahyp="http://schemas.microsoft.com/office/drawing/2018/hyperlinkcolor" val="tx"/>
                    </a:ext>
                  </a:extLst>
                </a:hlinkClick>
              </a:rPr>
              <a:t>Complete guide on charts and colors</a:t>
            </a:r>
            <a:endParaRPr lang="en-US" sz="1100" b="1">
              <a:solidFill>
                <a:srgbClr val="FFFFFF"/>
              </a:solidFill>
            </a:endParaRPr>
          </a:p>
        </p:txBody>
      </p:sp>
      <p:sp>
        <p:nvSpPr>
          <p:cNvPr id="90" name="Text Placeholder 2">
            <a:extLst>
              <a:ext uri="{FF2B5EF4-FFF2-40B4-BE49-F238E27FC236}">
                <a16:creationId xmlns:a16="http://schemas.microsoft.com/office/drawing/2014/main" id="{C9976420-CED7-11D2-D3C1-83CF096FDFB5}"/>
              </a:ext>
            </a:extLst>
          </p:cNvPr>
          <p:cNvSpPr txBox="1">
            <a:spLocks/>
          </p:cNvSpPr>
          <p:nvPr/>
        </p:nvSpPr>
        <p:spPr>
          <a:xfrm>
            <a:off x="546100" y="670733"/>
            <a:ext cx="11115574" cy="469231"/>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a:lnSpc>
                <a:spcPts val="3600"/>
              </a:lnSpc>
              <a:spcBef>
                <a:spcPct val="0"/>
              </a:spcBef>
            </a:pPr>
            <a:r>
              <a:rPr lang="en-US" sz="3200" b="1" dirty="0">
                <a:solidFill>
                  <a:schemeClr val="tx2"/>
                </a:solidFill>
                <a:latin typeface="+mj-lt"/>
                <a:ea typeface="+mj-ea"/>
                <a:cs typeface="+mj-cs"/>
              </a:rPr>
              <a:t>Helpful trainings and resources</a:t>
            </a:r>
          </a:p>
        </p:txBody>
      </p:sp>
      <p:sp>
        <p:nvSpPr>
          <p:cNvPr id="91" name="Content Placeholder 13">
            <a:extLst>
              <a:ext uri="{FF2B5EF4-FFF2-40B4-BE49-F238E27FC236}">
                <a16:creationId xmlns:a16="http://schemas.microsoft.com/office/drawing/2014/main" id="{6C046421-973A-F764-F559-30885D3E35F5}"/>
              </a:ext>
            </a:extLst>
          </p:cNvPr>
          <p:cNvSpPr txBox="1">
            <a:spLocks/>
          </p:cNvSpPr>
          <p:nvPr/>
        </p:nvSpPr>
        <p:spPr>
          <a:xfrm>
            <a:off x="546101" y="4613814"/>
            <a:ext cx="1712740" cy="320400"/>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dirty="0">
                <a:solidFill>
                  <a:srgbClr val="FFFFFF"/>
                </a:solidFill>
                <a:hlinkClick r:id="rId6">
                  <a:extLst>
                    <a:ext uri="{A12FA001-AC4F-418D-AE19-62706E023703}">
                      <ahyp:hlinkClr xmlns:ahyp="http://schemas.microsoft.com/office/drawing/2018/hyperlinkcolor" val="tx"/>
                    </a:ext>
                  </a:extLst>
                </a:hlinkClick>
              </a:rPr>
              <a:t>Brand guidelines</a:t>
            </a:r>
            <a:endParaRPr lang="en-US" sz="1100" b="1" dirty="0">
              <a:solidFill>
                <a:srgbClr val="FFFFFF"/>
              </a:solidFill>
            </a:endParaRPr>
          </a:p>
        </p:txBody>
      </p:sp>
      <p:sp>
        <p:nvSpPr>
          <p:cNvPr id="92" name="Content Placeholder 13">
            <a:extLst>
              <a:ext uri="{FF2B5EF4-FFF2-40B4-BE49-F238E27FC236}">
                <a16:creationId xmlns:a16="http://schemas.microsoft.com/office/drawing/2014/main" id="{51A9E019-9C7E-DF7D-49A1-85E722E2E54E}"/>
              </a:ext>
            </a:extLst>
          </p:cNvPr>
          <p:cNvSpPr txBox="1">
            <a:spLocks/>
          </p:cNvSpPr>
          <p:nvPr/>
        </p:nvSpPr>
        <p:spPr>
          <a:xfrm>
            <a:off x="546100" y="1336488"/>
            <a:ext cx="3272400" cy="174984"/>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200" b="1" dirty="0">
                <a:solidFill>
                  <a:srgbClr val="005EFF"/>
                </a:solidFill>
              </a:rPr>
              <a:t>Trainings</a:t>
            </a:r>
          </a:p>
        </p:txBody>
      </p:sp>
      <p:sp>
        <p:nvSpPr>
          <p:cNvPr id="93" name="Content Placeholder 13">
            <a:extLst>
              <a:ext uri="{FF2B5EF4-FFF2-40B4-BE49-F238E27FC236}">
                <a16:creationId xmlns:a16="http://schemas.microsoft.com/office/drawing/2014/main" id="{58BE76A0-578D-03E2-1BCC-27EFAB152059}"/>
              </a:ext>
            </a:extLst>
          </p:cNvPr>
          <p:cNvSpPr txBox="1">
            <a:spLocks/>
          </p:cNvSpPr>
          <p:nvPr/>
        </p:nvSpPr>
        <p:spPr>
          <a:xfrm>
            <a:off x="546100" y="1678234"/>
            <a:ext cx="2287635" cy="316821"/>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dirty="0">
                <a:solidFill>
                  <a:srgbClr val="FFFFFF"/>
                </a:solidFill>
                <a:hlinkClick r:id="rId7">
                  <a:extLst>
                    <a:ext uri="{A12FA001-AC4F-418D-AE19-62706E023703}">
                      <ahyp:hlinkClr xmlns:ahyp="http://schemas.microsoft.com/office/drawing/2018/hyperlinkcolor" val="tx"/>
                    </a:ext>
                  </a:extLst>
                </a:hlinkClick>
              </a:rPr>
              <a:t>Applying our brand colors</a:t>
            </a:r>
            <a:endParaRPr lang="en-US" sz="1100" b="1" dirty="0">
              <a:solidFill>
                <a:srgbClr val="FFFFFF"/>
              </a:solidFill>
            </a:endParaRPr>
          </a:p>
        </p:txBody>
      </p:sp>
      <p:sp>
        <p:nvSpPr>
          <p:cNvPr id="94" name="Content Placeholder 13">
            <a:extLst>
              <a:ext uri="{FF2B5EF4-FFF2-40B4-BE49-F238E27FC236}">
                <a16:creationId xmlns:a16="http://schemas.microsoft.com/office/drawing/2014/main" id="{74F8780B-1A0F-4EC0-D57D-E6D7C92500FA}"/>
              </a:ext>
            </a:extLst>
          </p:cNvPr>
          <p:cNvSpPr txBox="1">
            <a:spLocks/>
          </p:cNvSpPr>
          <p:nvPr/>
        </p:nvSpPr>
        <p:spPr>
          <a:xfrm>
            <a:off x="546100" y="2161817"/>
            <a:ext cx="1871175" cy="316821"/>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dirty="0">
                <a:solidFill>
                  <a:srgbClr val="FFFFFF"/>
                </a:solidFill>
                <a:hlinkClick r:id="rId8">
                  <a:extLst>
                    <a:ext uri="{A12FA001-AC4F-418D-AE19-62706E023703}">
                      <ahyp:hlinkClr xmlns:ahyp="http://schemas.microsoft.com/office/drawing/2018/hyperlinkcolor" val="tx"/>
                    </a:ext>
                  </a:extLst>
                </a:hlinkClick>
              </a:rPr>
              <a:t>Exploring the toolkit</a:t>
            </a:r>
            <a:endParaRPr lang="en-US" sz="1100" b="1" dirty="0">
              <a:solidFill>
                <a:srgbClr val="FFFFFF"/>
              </a:solidFill>
            </a:endParaRPr>
          </a:p>
        </p:txBody>
      </p:sp>
      <p:sp>
        <p:nvSpPr>
          <p:cNvPr id="95" name="Content Placeholder 13">
            <a:extLst>
              <a:ext uri="{FF2B5EF4-FFF2-40B4-BE49-F238E27FC236}">
                <a16:creationId xmlns:a16="http://schemas.microsoft.com/office/drawing/2014/main" id="{D22CCFB8-0FB9-8335-D341-0ED16E4911AE}"/>
              </a:ext>
            </a:extLst>
          </p:cNvPr>
          <p:cNvSpPr txBox="1">
            <a:spLocks/>
          </p:cNvSpPr>
          <p:nvPr/>
        </p:nvSpPr>
        <p:spPr>
          <a:xfrm>
            <a:off x="546100" y="2645400"/>
            <a:ext cx="2887564" cy="316821"/>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dirty="0">
                <a:solidFill>
                  <a:srgbClr val="FFFFFF"/>
                </a:solidFill>
                <a:hlinkClick r:id="rId9">
                  <a:extLst>
                    <a:ext uri="{A12FA001-AC4F-418D-AE19-62706E023703}">
                      <ahyp:hlinkClr xmlns:ahyp="http://schemas.microsoft.com/office/drawing/2018/hyperlinkcolor" val="tx"/>
                    </a:ext>
                  </a:extLst>
                </a:hlinkClick>
              </a:rPr>
              <a:t>Integrating our layouts and imagery</a:t>
            </a:r>
            <a:endParaRPr lang="en-US" sz="1100" b="1" dirty="0">
              <a:solidFill>
                <a:srgbClr val="FFFFFF"/>
              </a:solidFill>
            </a:endParaRPr>
          </a:p>
        </p:txBody>
      </p:sp>
      <p:sp>
        <p:nvSpPr>
          <p:cNvPr id="96" name="Content Placeholder 13">
            <a:extLst>
              <a:ext uri="{FF2B5EF4-FFF2-40B4-BE49-F238E27FC236}">
                <a16:creationId xmlns:a16="http://schemas.microsoft.com/office/drawing/2014/main" id="{C9DC0852-6339-36FE-1F7D-4A16ACE0B30A}"/>
              </a:ext>
            </a:extLst>
          </p:cNvPr>
          <p:cNvSpPr txBox="1">
            <a:spLocks/>
          </p:cNvSpPr>
          <p:nvPr/>
        </p:nvSpPr>
        <p:spPr>
          <a:xfrm>
            <a:off x="546100" y="3128983"/>
            <a:ext cx="2563765" cy="316821"/>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dirty="0">
                <a:solidFill>
                  <a:srgbClr val="FFFFFF"/>
                </a:solidFill>
                <a:hlinkClick r:id="rId10">
                  <a:extLst>
                    <a:ext uri="{A12FA001-AC4F-418D-AE19-62706E023703}">
                      <ahyp:hlinkClr xmlns:ahyp="http://schemas.microsoft.com/office/drawing/2018/hyperlinkcolor" val="tx"/>
                    </a:ext>
                  </a:extLst>
                </a:hlinkClick>
              </a:rPr>
              <a:t>Reducing the size of your files</a:t>
            </a:r>
            <a:endParaRPr lang="en-US" sz="1100" b="1" dirty="0">
              <a:solidFill>
                <a:srgbClr val="FFFFFF"/>
              </a:solidFill>
            </a:endParaRPr>
          </a:p>
        </p:txBody>
      </p:sp>
      <p:sp>
        <p:nvSpPr>
          <p:cNvPr id="97" name="Content Placeholder 13">
            <a:hlinkClick r:id="rId11"/>
            <a:extLst>
              <a:ext uri="{FF2B5EF4-FFF2-40B4-BE49-F238E27FC236}">
                <a16:creationId xmlns:a16="http://schemas.microsoft.com/office/drawing/2014/main" id="{2D8B2B11-E668-2230-35C5-3A63803E2B77}"/>
              </a:ext>
            </a:extLst>
          </p:cNvPr>
          <p:cNvSpPr txBox="1">
            <a:spLocks/>
          </p:cNvSpPr>
          <p:nvPr/>
        </p:nvSpPr>
        <p:spPr>
          <a:xfrm>
            <a:off x="546100" y="5100979"/>
            <a:ext cx="1450189" cy="320400"/>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u="sng" dirty="0">
                <a:solidFill>
                  <a:schemeClr val="bg1"/>
                </a:solidFill>
                <a:hlinkClick r:id="rId11">
                  <a:extLst>
                    <a:ext uri="{A12FA001-AC4F-418D-AE19-62706E023703}">
                      <ahyp:hlinkClr xmlns:ahyp="http://schemas.microsoft.com/office/drawing/2018/hyperlinkcolor" val="tx"/>
                    </a:ext>
                  </a:extLst>
                </a:hlinkClick>
              </a:rPr>
              <a:t>Image library</a:t>
            </a:r>
            <a:endParaRPr lang="en-US" sz="1100" b="1" u="sng" dirty="0">
              <a:solidFill>
                <a:schemeClr val="bg1"/>
              </a:solidFill>
            </a:endParaRPr>
          </a:p>
        </p:txBody>
      </p:sp>
      <p:pic>
        <p:nvPicPr>
          <p:cNvPr id="120" name="Picture 119" descr="A screenshot of a computer&#10;&#10;AI-generated content may be incorrect.">
            <a:extLst>
              <a:ext uri="{FF2B5EF4-FFF2-40B4-BE49-F238E27FC236}">
                <a16:creationId xmlns:a16="http://schemas.microsoft.com/office/drawing/2014/main" id="{DB41110C-39A2-F669-BB40-4A6D72D8E72B}"/>
              </a:ext>
            </a:extLst>
          </p:cNvPr>
          <p:cNvPicPr>
            <a:picLocks noChangeAspect="1"/>
          </p:cNvPicPr>
          <p:nvPr/>
        </p:nvPicPr>
        <p:blipFill>
          <a:blip r:embed="rId12"/>
          <a:srcRect l="89826" t="5997" b="68144"/>
          <a:stretch>
            <a:fillRect/>
          </a:stretch>
        </p:blipFill>
        <p:spPr>
          <a:xfrm>
            <a:off x="8393308" y="3124352"/>
            <a:ext cx="790736" cy="734494"/>
          </a:xfrm>
          <a:custGeom>
            <a:avLst/>
            <a:gdLst>
              <a:gd name="csX0" fmla="*/ 0 w 790736"/>
              <a:gd name="csY0" fmla="*/ 0 h 734494"/>
              <a:gd name="csX1" fmla="*/ 790736 w 790736"/>
              <a:gd name="csY1" fmla="*/ 0 h 734494"/>
              <a:gd name="csX2" fmla="*/ 790736 w 790736"/>
              <a:gd name="csY2" fmla="*/ 734494 h 734494"/>
              <a:gd name="csX3" fmla="*/ 0 w 790736"/>
              <a:gd name="csY3" fmla="*/ 734494 h 734494"/>
            </a:gdLst>
            <a:ahLst/>
            <a:cxnLst>
              <a:cxn ang="0">
                <a:pos x="csX0" y="csY0"/>
              </a:cxn>
              <a:cxn ang="0">
                <a:pos x="csX1" y="csY1"/>
              </a:cxn>
              <a:cxn ang="0">
                <a:pos x="csX2" y="csY2"/>
              </a:cxn>
              <a:cxn ang="0">
                <a:pos x="csX3" y="csY3"/>
              </a:cxn>
            </a:cxnLst>
            <a:rect l="l" t="t" r="r" b="b"/>
            <a:pathLst>
              <a:path w="790736" h="734494">
                <a:moveTo>
                  <a:pt x="0" y="0"/>
                </a:moveTo>
                <a:lnTo>
                  <a:pt x="790736" y="0"/>
                </a:lnTo>
                <a:lnTo>
                  <a:pt x="790736" y="734494"/>
                </a:lnTo>
                <a:lnTo>
                  <a:pt x="0" y="734494"/>
                </a:lnTo>
                <a:close/>
              </a:path>
            </a:pathLst>
          </a:custGeom>
        </p:spPr>
      </p:pic>
      <p:sp>
        <p:nvSpPr>
          <p:cNvPr id="57" name="Content Placeholder 13">
            <a:hlinkClick r:id="rId13"/>
            <a:extLst>
              <a:ext uri="{FF2B5EF4-FFF2-40B4-BE49-F238E27FC236}">
                <a16:creationId xmlns:a16="http://schemas.microsoft.com/office/drawing/2014/main" id="{5763DC0A-315E-85B3-B44C-69795E8C9DD3}"/>
              </a:ext>
            </a:extLst>
          </p:cNvPr>
          <p:cNvSpPr txBox="1">
            <a:spLocks/>
          </p:cNvSpPr>
          <p:nvPr/>
        </p:nvSpPr>
        <p:spPr>
          <a:xfrm>
            <a:off x="5621420" y="3124352"/>
            <a:ext cx="2587702" cy="320400"/>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u="sng" dirty="0">
                <a:solidFill>
                  <a:schemeClr val="bg1"/>
                </a:solidFill>
                <a:hlinkClick r:id="rId13">
                  <a:extLst>
                    <a:ext uri="{A12FA001-AC4F-418D-AE19-62706E023703}">
                      <ahyp:hlinkClr xmlns:ahyp="http://schemas.microsoft.com/office/drawing/2018/hyperlinkcolor" val="tx"/>
                    </a:ext>
                  </a:extLst>
                </a:hlinkClick>
              </a:rPr>
              <a:t>Moody’s PowerPoint templates</a:t>
            </a:r>
            <a:endParaRPr lang="en-US" sz="1100" b="1" u="sng" dirty="0">
              <a:solidFill>
                <a:schemeClr val="bg1"/>
              </a:solidFill>
            </a:endParaRPr>
          </a:p>
        </p:txBody>
      </p:sp>
      <p:sp>
        <p:nvSpPr>
          <p:cNvPr id="58" name="Content Placeholder 13">
            <a:extLst>
              <a:ext uri="{FF2B5EF4-FFF2-40B4-BE49-F238E27FC236}">
                <a16:creationId xmlns:a16="http://schemas.microsoft.com/office/drawing/2014/main" id="{2A31977B-71AE-992E-624F-ABF9F1C85E73}"/>
              </a:ext>
            </a:extLst>
          </p:cNvPr>
          <p:cNvSpPr txBox="1">
            <a:spLocks/>
          </p:cNvSpPr>
          <p:nvPr/>
        </p:nvSpPr>
        <p:spPr>
          <a:xfrm>
            <a:off x="4120476" y="3197060"/>
            <a:ext cx="3272400" cy="160365"/>
          </a:xfrm>
          <a:prstGeom prst="rect">
            <a:avLst/>
          </a:prstGeom>
        </p:spPr>
        <p:txBody>
          <a:bodyPr vert="horz" wrap="square" lIns="251999" tIns="0" rIns="0" bIns="0" rtlCol="0" anchor="t">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dirty="0"/>
              <a:t>  Brand Center</a:t>
            </a:r>
          </a:p>
        </p:txBody>
      </p:sp>
      <p:sp>
        <p:nvSpPr>
          <p:cNvPr id="59" name="Oval 58">
            <a:extLst>
              <a:ext uri="{FF2B5EF4-FFF2-40B4-BE49-F238E27FC236}">
                <a16:creationId xmlns:a16="http://schemas.microsoft.com/office/drawing/2014/main" id="{7EE64E4A-EAF3-E17F-BE53-1753DA925DC9}"/>
              </a:ext>
            </a:extLst>
          </p:cNvPr>
          <p:cNvSpPr/>
          <p:nvPr/>
        </p:nvSpPr>
        <p:spPr>
          <a:xfrm>
            <a:off x="4120476" y="3177627"/>
            <a:ext cx="213851" cy="2138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R" sz="1100" dirty="0"/>
              <a:t>2</a:t>
            </a:r>
          </a:p>
        </p:txBody>
      </p:sp>
      <p:sp>
        <p:nvSpPr>
          <p:cNvPr id="60" name="Content Placeholder 13">
            <a:extLst>
              <a:ext uri="{FF2B5EF4-FFF2-40B4-BE49-F238E27FC236}">
                <a16:creationId xmlns:a16="http://schemas.microsoft.com/office/drawing/2014/main" id="{EB80A787-D1C7-D7AF-71FA-F2913CBFE3B1}"/>
              </a:ext>
            </a:extLst>
          </p:cNvPr>
          <p:cNvSpPr txBox="1">
            <a:spLocks/>
          </p:cNvSpPr>
          <p:nvPr/>
        </p:nvSpPr>
        <p:spPr>
          <a:xfrm>
            <a:off x="9375402" y="3096309"/>
            <a:ext cx="1946648" cy="331309"/>
          </a:xfrm>
          <a:prstGeom prst="rect">
            <a:avLst/>
          </a:prstGeom>
        </p:spPr>
        <p:txBody>
          <a:bodyPr vert="horz" wrap="square" lIns="0" tIns="0" rIns="0" bIns="0" rtlCol="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dirty="0"/>
              <a:t>Select the template you need and click on download</a:t>
            </a:r>
          </a:p>
        </p:txBody>
      </p:sp>
      <p:sp>
        <p:nvSpPr>
          <p:cNvPr id="123" name="Rectangle 122">
            <a:extLst>
              <a:ext uri="{FF2B5EF4-FFF2-40B4-BE49-F238E27FC236}">
                <a16:creationId xmlns:a16="http://schemas.microsoft.com/office/drawing/2014/main" id="{96CA2B34-DBD7-BD5F-FFF1-188AB3899015}"/>
              </a:ext>
            </a:extLst>
          </p:cNvPr>
          <p:cNvSpPr/>
          <p:nvPr/>
        </p:nvSpPr>
        <p:spPr>
          <a:xfrm>
            <a:off x="8408311" y="3117634"/>
            <a:ext cx="782904" cy="709939"/>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25" name="Straight Connector 124">
            <a:extLst>
              <a:ext uri="{FF2B5EF4-FFF2-40B4-BE49-F238E27FC236}">
                <a16:creationId xmlns:a16="http://schemas.microsoft.com/office/drawing/2014/main" id="{B10B60A8-7A3E-3EA6-12EB-A1B96E91BA48}"/>
              </a:ext>
            </a:extLst>
          </p:cNvPr>
          <p:cNvCxnSpPr>
            <a:cxnSpLocks/>
          </p:cNvCxnSpPr>
          <p:nvPr/>
        </p:nvCxnSpPr>
        <p:spPr>
          <a:xfrm>
            <a:off x="4120476" y="2934331"/>
            <a:ext cx="754119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3DF99A2-BF6F-AD18-CFC2-17037CE04E8B}"/>
              </a:ext>
            </a:extLst>
          </p:cNvPr>
          <p:cNvCxnSpPr>
            <a:cxnSpLocks/>
          </p:cNvCxnSpPr>
          <p:nvPr/>
        </p:nvCxnSpPr>
        <p:spPr>
          <a:xfrm>
            <a:off x="4120476" y="4020824"/>
            <a:ext cx="7541198"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37" name="Content Placeholder 13">
            <a:extLst>
              <a:ext uri="{FF2B5EF4-FFF2-40B4-BE49-F238E27FC236}">
                <a16:creationId xmlns:a16="http://schemas.microsoft.com/office/drawing/2014/main" id="{7E8F376B-C073-D92A-2DD4-CE12B569D141}"/>
              </a:ext>
            </a:extLst>
          </p:cNvPr>
          <p:cNvSpPr txBox="1">
            <a:spLocks/>
          </p:cNvSpPr>
          <p:nvPr/>
        </p:nvSpPr>
        <p:spPr>
          <a:xfrm>
            <a:off x="4120476" y="4182803"/>
            <a:ext cx="4225407" cy="160365"/>
          </a:xfrm>
          <a:prstGeom prst="rect">
            <a:avLst/>
          </a:prstGeom>
        </p:spPr>
        <p:txBody>
          <a:bodyPr vert="horz" wrap="square" lIns="251999" tIns="0" rIns="0" bIns="0" rtlCol="0" anchor="t">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dirty="0"/>
              <a:t> In PowerPoint desktop &gt; </a:t>
            </a:r>
            <a:r>
              <a:rPr lang="en-US" sz="1100" b="1" dirty="0"/>
              <a:t>New </a:t>
            </a:r>
            <a:r>
              <a:rPr lang="en-US" sz="1100" dirty="0"/>
              <a:t>&gt; Select the template you need</a:t>
            </a:r>
            <a:endParaRPr lang="en-US" sz="1100" b="1" dirty="0"/>
          </a:p>
        </p:txBody>
      </p:sp>
      <p:sp>
        <p:nvSpPr>
          <p:cNvPr id="138" name="Oval 137">
            <a:extLst>
              <a:ext uri="{FF2B5EF4-FFF2-40B4-BE49-F238E27FC236}">
                <a16:creationId xmlns:a16="http://schemas.microsoft.com/office/drawing/2014/main" id="{C4661DC2-02A9-D396-627B-284A48A66A17}"/>
              </a:ext>
            </a:extLst>
          </p:cNvPr>
          <p:cNvSpPr/>
          <p:nvPr/>
        </p:nvSpPr>
        <p:spPr>
          <a:xfrm>
            <a:off x="4120476" y="4163370"/>
            <a:ext cx="213851" cy="2138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R" sz="1100" dirty="0"/>
              <a:t>3</a:t>
            </a:r>
          </a:p>
        </p:txBody>
      </p:sp>
      <p:grpSp>
        <p:nvGrpSpPr>
          <p:cNvPr id="147" name="Group 146">
            <a:extLst>
              <a:ext uri="{FF2B5EF4-FFF2-40B4-BE49-F238E27FC236}">
                <a16:creationId xmlns:a16="http://schemas.microsoft.com/office/drawing/2014/main" id="{9FDE0D41-0A70-ADF7-0DB9-0B8FBC46CF9F}"/>
              </a:ext>
            </a:extLst>
          </p:cNvPr>
          <p:cNvGrpSpPr/>
          <p:nvPr/>
        </p:nvGrpSpPr>
        <p:grpSpPr>
          <a:xfrm>
            <a:off x="4120475" y="4482150"/>
            <a:ext cx="4218171" cy="2035029"/>
            <a:chOff x="4120476" y="5016009"/>
            <a:chExt cx="3111598" cy="1501170"/>
          </a:xfrm>
        </p:grpSpPr>
        <p:pic>
          <p:nvPicPr>
            <p:cNvPr id="140" name="Picture 139" descr="A screenshot of a computer&#10;&#10;AI-generated content may be incorrect.">
              <a:extLst>
                <a:ext uri="{FF2B5EF4-FFF2-40B4-BE49-F238E27FC236}">
                  <a16:creationId xmlns:a16="http://schemas.microsoft.com/office/drawing/2014/main" id="{6ABA5D8E-E1EA-9E92-C552-2724457D7F23}"/>
                </a:ext>
              </a:extLst>
            </p:cNvPr>
            <p:cNvPicPr>
              <a:picLocks noChangeAspect="1"/>
            </p:cNvPicPr>
            <p:nvPr/>
          </p:nvPicPr>
          <p:blipFill>
            <a:blip r:embed="rId14"/>
            <a:srcRect r="23707" b="35916"/>
            <a:stretch>
              <a:fillRect/>
            </a:stretch>
          </p:blipFill>
          <p:spPr>
            <a:xfrm>
              <a:off x="4120476" y="5016009"/>
              <a:ext cx="3111598" cy="1501170"/>
            </a:xfrm>
            <a:prstGeom prst="rect">
              <a:avLst/>
            </a:prstGeom>
          </p:spPr>
        </p:pic>
        <p:sp>
          <p:nvSpPr>
            <p:cNvPr id="141" name="Rectangle 140">
              <a:extLst>
                <a:ext uri="{FF2B5EF4-FFF2-40B4-BE49-F238E27FC236}">
                  <a16:creationId xmlns:a16="http://schemas.microsoft.com/office/drawing/2014/main" id="{87526187-C3EA-D675-5C19-0351168B4808}"/>
                </a:ext>
              </a:extLst>
            </p:cNvPr>
            <p:cNvSpPr/>
            <p:nvPr/>
          </p:nvSpPr>
          <p:spPr>
            <a:xfrm>
              <a:off x="4207297" y="5206266"/>
              <a:ext cx="237850" cy="215113"/>
            </a:xfrm>
            <a:prstGeom prst="rect">
              <a:avLst/>
            </a:prstGeom>
            <a:solidFill>
              <a:srgbClr val="EE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2" name="Rectangle 141">
              <a:extLst>
                <a:ext uri="{FF2B5EF4-FFF2-40B4-BE49-F238E27FC236}">
                  <a16:creationId xmlns:a16="http://schemas.microsoft.com/office/drawing/2014/main" id="{2B8169A2-B779-1324-FEB4-CF523CF8C37F}"/>
                </a:ext>
              </a:extLst>
            </p:cNvPr>
            <p:cNvSpPr/>
            <p:nvPr/>
          </p:nvSpPr>
          <p:spPr>
            <a:xfrm>
              <a:off x="4207297" y="5903958"/>
              <a:ext cx="237850" cy="215113"/>
            </a:xfrm>
            <a:prstGeom prst="rect">
              <a:avLst/>
            </a:prstGeom>
            <a:solidFill>
              <a:srgbClr val="EEF1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143" name="Rectangle 142">
              <a:extLst>
                <a:ext uri="{FF2B5EF4-FFF2-40B4-BE49-F238E27FC236}">
                  <a16:creationId xmlns:a16="http://schemas.microsoft.com/office/drawing/2014/main" id="{9D44C221-0447-1F74-B5EF-EBAE914AB2A4}"/>
                </a:ext>
              </a:extLst>
            </p:cNvPr>
            <p:cNvSpPr/>
            <p:nvPr/>
          </p:nvSpPr>
          <p:spPr>
            <a:xfrm>
              <a:off x="4120476" y="5505849"/>
              <a:ext cx="398296" cy="329397"/>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6" name="Freeform 145">
              <a:extLst>
                <a:ext uri="{FF2B5EF4-FFF2-40B4-BE49-F238E27FC236}">
                  <a16:creationId xmlns:a16="http://schemas.microsoft.com/office/drawing/2014/main" id="{1D84B132-5CF0-5276-33A9-1064354CF542}"/>
                </a:ext>
              </a:extLst>
            </p:cNvPr>
            <p:cNvSpPr/>
            <p:nvPr/>
          </p:nvSpPr>
          <p:spPr>
            <a:xfrm>
              <a:off x="4582571" y="5849408"/>
              <a:ext cx="2558206" cy="588390"/>
            </a:xfrm>
            <a:custGeom>
              <a:avLst/>
              <a:gdLst>
                <a:gd name="csX0" fmla="*/ 367736 w 2558206"/>
                <a:gd name="csY0" fmla="*/ 0 h 588390"/>
                <a:gd name="csX1" fmla="*/ 634266 w 2558206"/>
                <a:gd name="csY1" fmla="*/ 0 h 588390"/>
                <a:gd name="csX2" fmla="*/ 634266 w 2558206"/>
                <a:gd name="csY2" fmla="*/ 126853 h 588390"/>
                <a:gd name="csX3" fmla="*/ 2558206 w 2558206"/>
                <a:gd name="csY3" fmla="*/ 126853 h 588390"/>
                <a:gd name="csX4" fmla="*/ 2558206 w 2558206"/>
                <a:gd name="csY4" fmla="*/ 588390 h 588390"/>
                <a:gd name="csX5" fmla="*/ 0 w 2558206"/>
                <a:gd name="csY5" fmla="*/ 588390 h 588390"/>
                <a:gd name="csX6" fmla="*/ 0 w 2558206"/>
                <a:gd name="csY6" fmla="*/ 126853 h 588390"/>
                <a:gd name="csX7" fmla="*/ 367736 w 2558206"/>
                <a:gd name="csY7" fmla="*/ 126853 h 5883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58206" h="588390">
                  <a:moveTo>
                    <a:pt x="367736" y="0"/>
                  </a:moveTo>
                  <a:lnTo>
                    <a:pt x="634266" y="0"/>
                  </a:lnTo>
                  <a:lnTo>
                    <a:pt x="634266" y="126853"/>
                  </a:lnTo>
                  <a:lnTo>
                    <a:pt x="2558206" y="126853"/>
                  </a:lnTo>
                  <a:lnTo>
                    <a:pt x="2558206" y="588390"/>
                  </a:lnTo>
                  <a:lnTo>
                    <a:pt x="0" y="588390"/>
                  </a:lnTo>
                  <a:lnTo>
                    <a:pt x="0" y="126853"/>
                  </a:lnTo>
                  <a:lnTo>
                    <a:pt x="367736" y="126853"/>
                  </a:lnTo>
                  <a:close/>
                </a:path>
              </a:pathLst>
            </a:cu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 name="Oval 4">
            <a:extLst>
              <a:ext uri="{FF2B5EF4-FFF2-40B4-BE49-F238E27FC236}">
                <a16:creationId xmlns:a16="http://schemas.microsoft.com/office/drawing/2014/main" id="{E1517B32-0374-0267-6D31-AD4B673F64BA}"/>
              </a:ext>
            </a:extLst>
          </p:cNvPr>
          <p:cNvSpPr/>
          <p:nvPr/>
        </p:nvSpPr>
        <p:spPr>
          <a:xfrm>
            <a:off x="8836855" y="4163370"/>
            <a:ext cx="213851" cy="21385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CR" sz="1100" dirty="0"/>
              <a:t>4</a:t>
            </a:r>
          </a:p>
        </p:txBody>
      </p:sp>
      <p:sp>
        <p:nvSpPr>
          <p:cNvPr id="6" name="Content Placeholder 13">
            <a:hlinkClick r:id="rId15"/>
            <a:extLst>
              <a:ext uri="{FF2B5EF4-FFF2-40B4-BE49-F238E27FC236}">
                <a16:creationId xmlns:a16="http://schemas.microsoft.com/office/drawing/2014/main" id="{938A2FDB-24DF-F4E1-1073-FB7A4E3D9F68}"/>
              </a:ext>
            </a:extLst>
          </p:cNvPr>
          <p:cNvSpPr txBox="1">
            <a:spLocks/>
          </p:cNvSpPr>
          <p:nvPr/>
        </p:nvSpPr>
        <p:spPr>
          <a:xfrm>
            <a:off x="9189937" y="4136519"/>
            <a:ext cx="2317577" cy="320400"/>
          </a:xfrm>
          <a:prstGeom prst="roundRect">
            <a:avLst>
              <a:gd name="adj" fmla="val 50000"/>
            </a:avLst>
          </a:prstGeom>
          <a:solidFill>
            <a:srgbClr val="005EFF"/>
          </a:solidFill>
        </p:spPr>
        <p:txBody>
          <a:bodyPr vert="horz" wrap="square" lIns="216000" tIns="0" rIns="0" bIns="0" rtlCol="0" anchor="ctr">
            <a:no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100" b="1" u="sng" dirty="0">
                <a:solidFill>
                  <a:schemeClr val="bg1"/>
                </a:solidFill>
                <a:hlinkClick r:id="rId15">
                  <a:extLst>
                    <a:ext uri="{A12FA001-AC4F-418D-AE19-62706E023703}">
                      <ahyp:hlinkClr xmlns:ahyp="http://schemas.microsoft.com/office/drawing/2018/hyperlinkcolor" val="tx"/>
                    </a:ext>
                  </a:extLst>
                </a:hlinkClick>
              </a:rPr>
              <a:t>PowerPoint online</a:t>
            </a:r>
            <a:r>
              <a:rPr lang="en-US" sz="1100" b="1" u="sng" dirty="0">
                <a:solidFill>
                  <a:schemeClr val="bg1"/>
                </a:solidFill>
              </a:rPr>
              <a:t> version</a:t>
            </a:r>
          </a:p>
        </p:txBody>
      </p:sp>
    </p:spTree>
    <p:extLst>
      <p:ext uri="{BB962C8B-B14F-4D97-AF65-F5344CB8AC3E}">
        <p14:creationId xmlns:p14="http://schemas.microsoft.com/office/powerpoint/2010/main" val="322796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CD29D-5CAA-7C06-F33D-10F8AA08705B}"/>
            </a:ext>
          </a:extLst>
        </p:cNvPr>
        <p:cNvGrpSpPr/>
        <p:nvPr/>
      </p:nvGrpSpPr>
      <p:grpSpPr>
        <a:xfrm>
          <a:off x="0" y="0"/>
          <a:ext cx="0" cy="0"/>
          <a:chOff x="0" y="0"/>
          <a:chExt cx="0" cy="0"/>
        </a:xfrm>
      </p:grpSpPr>
      <p:sp>
        <p:nvSpPr>
          <p:cNvPr id="7" name="Content Placeholder 13">
            <a:extLst>
              <a:ext uri="{FF2B5EF4-FFF2-40B4-BE49-F238E27FC236}">
                <a16:creationId xmlns:a16="http://schemas.microsoft.com/office/drawing/2014/main" id="{3B0BDF9F-8DEC-2734-FFD4-6870A306AACE}"/>
              </a:ext>
            </a:extLst>
          </p:cNvPr>
          <p:cNvSpPr txBox="1">
            <a:spLocks/>
          </p:cNvSpPr>
          <p:nvPr/>
        </p:nvSpPr>
        <p:spPr>
          <a:xfrm>
            <a:off x="536308" y="2354223"/>
            <a:ext cx="2816492" cy="1056123"/>
          </a:xfrm>
          <a:prstGeom prst="rect">
            <a:avLst/>
          </a:prstGeom>
        </p:spPr>
        <p:txBody>
          <a:bodyPr vert="horz" wrap="square" lIns="0" tIns="0" rIns="0" bIns="0" rtlCol="0" anchor="t">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sz="1600">
                <a:ea typeface="+mn-lt"/>
                <a:cs typeface="+mn-lt"/>
              </a:rPr>
              <a:t>Click the Layout button and select your preferred layout from the menu.</a:t>
            </a:r>
            <a:endParaRPr lang="en-US">
              <a:ea typeface="+mn-lt"/>
              <a:cs typeface="+mn-lt"/>
            </a:endParaRPr>
          </a:p>
          <a:p>
            <a:endParaRPr lang="en-US" sz="1600" dirty="0">
              <a:cs typeface="Segoe UI"/>
            </a:endParaRPr>
          </a:p>
        </p:txBody>
      </p:sp>
      <p:sp>
        <p:nvSpPr>
          <p:cNvPr id="14" name="Text Placeholder 2">
            <a:extLst>
              <a:ext uri="{FF2B5EF4-FFF2-40B4-BE49-F238E27FC236}">
                <a16:creationId xmlns:a16="http://schemas.microsoft.com/office/drawing/2014/main" id="{48CDCBD3-6036-D4F2-6E1E-CBE752641D28}"/>
              </a:ext>
            </a:extLst>
          </p:cNvPr>
          <p:cNvSpPr txBox="1">
            <a:spLocks/>
          </p:cNvSpPr>
          <p:nvPr/>
        </p:nvSpPr>
        <p:spPr>
          <a:xfrm>
            <a:off x="546100" y="670733"/>
            <a:ext cx="3877619" cy="468718"/>
          </a:xfrm>
          <a:prstGeom prst="rect">
            <a:avLst/>
          </a:prstGeom>
        </p:spPr>
        <p:txBody>
          <a:bodyPr wrap="square" lIns="0" tIns="0" rIns="0" bIns="0">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r>
              <a:rPr lang="en-US" sz="3200" b="1" dirty="0">
                <a:solidFill>
                  <a:schemeClr val="tx2"/>
                </a:solidFill>
                <a:latin typeface="+mj-lt"/>
                <a:ea typeface="+mj-ea"/>
                <a:cs typeface="+mj-cs"/>
              </a:rPr>
              <a:t>Template layouts</a:t>
            </a:r>
          </a:p>
        </p:txBody>
      </p:sp>
      <p:sp>
        <p:nvSpPr>
          <p:cNvPr id="17" name="Content Placeholder 13">
            <a:extLst>
              <a:ext uri="{FF2B5EF4-FFF2-40B4-BE49-F238E27FC236}">
                <a16:creationId xmlns:a16="http://schemas.microsoft.com/office/drawing/2014/main" id="{E0B9C592-0DB5-19E1-79C8-8A9FDA5852C9}"/>
              </a:ext>
            </a:extLst>
          </p:cNvPr>
          <p:cNvSpPr txBox="1">
            <a:spLocks/>
          </p:cNvSpPr>
          <p:nvPr/>
        </p:nvSpPr>
        <p:spPr>
          <a:xfrm>
            <a:off x="546101" y="1768311"/>
            <a:ext cx="2974666" cy="481863"/>
          </a:xfrm>
          <a:prstGeom prst="rect">
            <a:avLst/>
          </a:prstGeom>
        </p:spPr>
        <p:txBody>
          <a:bodyPr vert="horz" wrap="square" lIns="0" tIns="0" rIns="0" bIns="0" rtlCol="0" anchor="t">
            <a:spAutoFit/>
          </a:bodyPr>
          <a:lstStyle>
            <a:lvl1pPr marL="0" indent="0" algn="l" defTabSz="914400" rtl="0" eaLnBrk="1" latinLnBrk="0" hangingPunct="1">
              <a:lnSpc>
                <a:spcPct val="101000"/>
              </a:lnSpc>
              <a:spcBef>
                <a:spcPts val="0"/>
              </a:spcBef>
              <a:spcAft>
                <a:spcPts val="600"/>
              </a:spcAft>
              <a:buFont typeface="GT America Regular"/>
              <a:buNone/>
              <a:defRPr sz="1400" b="0" i="0" kern="1200">
                <a:solidFill>
                  <a:schemeClr val="tx1"/>
                </a:solidFill>
                <a:latin typeface="+mn-lt"/>
                <a:ea typeface="GT America Regular" charset="0"/>
                <a:cs typeface="GT America Regular" charset="0"/>
              </a:defRPr>
            </a:lvl1pPr>
            <a:lvl2pPr marL="285750" indent="-285750" algn="l" defTabSz="914400" rtl="0" eaLnBrk="1" latinLnBrk="0" hangingPunct="1">
              <a:lnSpc>
                <a:spcPct val="101000"/>
              </a:lnSpc>
              <a:spcBef>
                <a:spcPts val="0"/>
              </a:spcBef>
              <a:spcAft>
                <a:spcPts val="600"/>
              </a:spcAft>
              <a:buFont typeface="GT America Regular" charset="0"/>
              <a:buChar char="→"/>
              <a:defRPr sz="1400" b="0" i="0" kern="1200">
                <a:solidFill>
                  <a:schemeClr val="tx1"/>
                </a:solidFill>
                <a:latin typeface="+mn-lt"/>
                <a:ea typeface="GT America Regular"/>
                <a:cs typeface="GT America Regular"/>
              </a:defRPr>
            </a:lvl2pPr>
            <a:lvl3pPr marL="458788" indent="-171450" algn="l" defTabSz="914400" rtl="0" eaLnBrk="1" latinLnBrk="0" hangingPunct="1">
              <a:lnSpc>
                <a:spcPct val="101000"/>
              </a:lnSpc>
              <a:spcBef>
                <a:spcPts val="0"/>
              </a:spcBef>
              <a:spcAft>
                <a:spcPts val="600"/>
              </a:spcAft>
              <a:buClr>
                <a:schemeClr val="accent1"/>
              </a:buClr>
              <a:buFont typeface="GT America Regular" pitchFamily="50" charset="0"/>
              <a:buChar char="•"/>
              <a:defRPr sz="1400" b="0" i="0" kern="1200">
                <a:solidFill>
                  <a:schemeClr val="tx1"/>
                </a:solidFill>
                <a:latin typeface="+mn-lt"/>
                <a:ea typeface="GT America Regular" pitchFamily="2" charset="77"/>
                <a:cs typeface="GT America Regular" pitchFamily="2" charset="77"/>
              </a:defRPr>
            </a:lvl3pPr>
            <a:lvl4pPr marL="628650" indent="-171450" algn="l" defTabSz="914400" rtl="0" eaLnBrk="1" latinLnBrk="0" hangingPunct="1">
              <a:lnSpc>
                <a:spcPct val="101000"/>
              </a:lnSpc>
              <a:spcBef>
                <a:spcPts val="0"/>
              </a:spcBef>
              <a:spcAft>
                <a:spcPts val="600"/>
              </a:spcAft>
              <a:buClrTx/>
              <a:buFont typeface="GT America Regular" pitchFamily="50" charset="0"/>
              <a:buChar char="–"/>
              <a:defRPr sz="1300" b="0" i="0" kern="1200">
                <a:solidFill>
                  <a:schemeClr val="tx1"/>
                </a:solidFill>
                <a:latin typeface="+mn-lt"/>
                <a:ea typeface="GT America Regular" pitchFamily="2" charset="77"/>
                <a:cs typeface="GT America Regular" pitchFamily="2" charset="77"/>
              </a:defRPr>
            </a:lvl4pPr>
            <a:lvl5pPr marL="801688" indent="-171450" algn="l" defTabSz="914400" rtl="0" eaLnBrk="1" latinLnBrk="0" hangingPunct="1">
              <a:lnSpc>
                <a:spcPct val="101000"/>
              </a:lnSpc>
              <a:spcBef>
                <a:spcPts val="0"/>
              </a:spcBef>
              <a:spcAft>
                <a:spcPts val="600"/>
              </a:spcAft>
              <a:buClr>
                <a:schemeClr val="accent1"/>
              </a:buClr>
              <a:buFont typeface="GT America Regular" charset="0"/>
              <a:buChar char="–"/>
              <a:tabLst/>
              <a:defRPr sz="1200" b="0" i="0" kern="1200">
                <a:solidFill>
                  <a:schemeClr val="tx1"/>
                </a:solidFill>
                <a:latin typeface="+mn-lt"/>
                <a:ea typeface="GT America Regular" pitchFamily="2" charset="77"/>
                <a:cs typeface="GT America Regular" pitchFamily="2" charset="77"/>
              </a:defRPr>
            </a:lvl5pPr>
            <a:lvl6pPr marL="971550" indent="-171450" algn="l" defTabSz="914400" rtl="0" eaLnBrk="1" latinLnBrk="0" hangingPunct="1">
              <a:lnSpc>
                <a:spcPct val="101000"/>
              </a:lnSpc>
              <a:spcBef>
                <a:spcPts val="0"/>
              </a:spcBef>
              <a:spcAft>
                <a:spcPts val="600"/>
              </a:spcAft>
              <a:buClrTx/>
              <a:buFont typeface="GT America Regular" pitchFamily="50" charset="0"/>
              <a:buChar char="»"/>
              <a:defRPr sz="1200" b="0" i="0" kern="1200">
                <a:solidFill>
                  <a:schemeClr val="tx1"/>
                </a:solidFill>
                <a:latin typeface="+mn-lt"/>
                <a:ea typeface="GT America Regular" pitchFamily="2" charset="77"/>
                <a:cs typeface="GT America Regular" pitchFamily="2" charset="77"/>
              </a:defRPr>
            </a:lvl6pPr>
            <a:lvl7pPr marL="1144588"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7pPr>
            <a:lvl8pPr marL="1312863" indent="-171450" algn="l" defTabSz="914400" rtl="0" eaLnBrk="1" latinLnBrk="0" hangingPunct="1">
              <a:lnSpc>
                <a:spcPct val="101000"/>
              </a:lnSpc>
              <a:spcBef>
                <a:spcPts val="0"/>
              </a:spcBef>
              <a:spcAft>
                <a:spcPts val="600"/>
              </a:spcAft>
              <a:buClrTx/>
              <a:buFont typeface="GT America Regular" pitchFamily="50" charset="0"/>
              <a:buChar char="›"/>
              <a:defRPr sz="1100" kern="1200">
                <a:solidFill>
                  <a:schemeClr val="tx1"/>
                </a:solidFill>
                <a:latin typeface="+mn-lt"/>
                <a:ea typeface="GT America Regular" pitchFamily="2" charset="77"/>
                <a:cs typeface="GT America Regular" pitchFamily="2" charset="77"/>
              </a:defRPr>
            </a:lvl8pPr>
            <a:lvl9pPr marL="1485900" indent="-171450" algn="l" defTabSz="914400" rtl="0" eaLnBrk="1" latinLnBrk="0" hangingPunct="1">
              <a:lnSpc>
                <a:spcPct val="101000"/>
              </a:lnSpc>
              <a:spcBef>
                <a:spcPts val="0"/>
              </a:spcBef>
              <a:spcAft>
                <a:spcPts val="600"/>
              </a:spcAft>
              <a:buClr>
                <a:schemeClr val="accent1"/>
              </a:buClr>
              <a:buFont typeface="GT America Regular" charset="0"/>
              <a:buChar char="›"/>
              <a:defRPr sz="1100" kern="1200">
                <a:solidFill>
                  <a:schemeClr val="tx1"/>
                </a:solidFill>
                <a:latin typeface="+mn-lt"/>
                <a:ea typeface="GT America Regular" pitchFamily="2" charset="77"/>
                <a:cs typeface="GT America Regular" pitchFamily="2" charset="77"/>
              </a:defRPr>
            </a:lvl9pPr>
          </a:lstStyle>
          <a:p>
            <a:pPr marL="0" lvl="1" indent="0">
              <a:buNone/>
            </a:pPr>
            <a:r>
              <a:rPr lang="en-US" sz="1600" b="1" dirty="0">
                <a:solidFill>
                  <a:schemeClr val="accent1"/>
                </a:solidFill>
              </a:rPr>
              <a:t>Choose the right slide</a:t>
            </a:r>
            <a:br>
              <a:rPr lang="en-US" sz="1600" b="1" dirty="0">
                <a:solidFill>
                  <a:schemeClr val="accent1"/>
                </a:solidFill>
              </a:rPr>
            </a:br>
            <a:r>
              <a:rPr lang="en-US" sz="1600" b="1">
                <a:solidFill>
                  <a:schemeClr val="accent1"/>
                </a:solidFill>
              </a:rPr>
              <a:t>for the job</a:t>
            </a:r>
          </a:p>
        </p:txBody>
      </p:sp>
      <p:pic>
        <p:nvPicPr>
          <p:cNvPr id="13" name="Picture 12">
            <a:extLst>
              <a:ext uri="{FF2B5EF4-FFF2-40B4-BE49-F238E27FC236}">
                <a16:creationId xmlns:a16="http://schemas.microsoft.com/office/drawing/2014/main" id="{22A8D9D9-073E-4907-3946-C5C83F2D37F7}"/>
              </a:ext>
            </a:extLst>
          </p:cNvPr>
          <p:cNvPicPr>
            <a:picLocks noChangeAspect="1"/>
          </p:cNvPicPr>
          <p:nvPr/>
        </p:nvPicPr>
        <p:blipFill>
          <a:blip r:embed="rId3"/>
          <a:srcRect t="5819"/>
          <a:stretch>
            <a:fillRect/>
          </a:stretch>
        </p:blipFill>
        <p:spPr>
          <a:xfrm>
            <a:off x="3800819" y="451692"/>
            <a:ext cx="8391181" cy="6406308"/>
          </a:xfrm>
          <a:prstGeom prst="rect">
            <a:avLst/>
          </a:prstGeom>
        </p:spPr>
      </p:pic>
      <p:sp>
        <p:nvSpPr>
          <p:cNvPr id="4" name="Rectangle 3">
            <a:extLst>
              <a:ext uri="{FF2B5EF4-FFF2-40B4-BE49-F238E27FC236}">
                <a16:creationId xmlns:a16="http://schemas.microsoft.com/office/drawing/2014/main" id="{95FE6965-EB9E-30F7-39CF-ED5BA7D6F0A2}"/>
              </a:ext>
            </a:extLst>
          </p:cNvPr>
          <p:cNvSpPr/>
          <p:nvPr/>
        </p:nvSpPr>
        <p:spPr>
          <a:xfrm>
            <a:off x="3945141" y="451692"/>
            <a:ext cx="1517259" cy="264919"/>
          </a:xfrm>
          <a:prstGeom prst="rect">
            <a:avLst/>
          </a:prstGeom>
          <a:solidFill>
            <a:srgbClr val="F5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5" name="Rectangle 4">
            <a:extLst>
              <a:ext uri="{FF2B5EF4-FFF2-40B4-BE49-F238E27FC236}">
                <a16:creationId xmlns:a16="http://schemas.microsoft.com/office/drawing/2014/main" id="{4E9321D1-97C9-CE90-50C6-44A1EFC15C6A}"/>
              </a:ext>
            </a:extLst>
          </p:cNvPr>
          <p:cNvSpPr/>
          <p:nvPr/>
        </p:nvSpPr>
        <p:spPr>
          <a:xfrm>
            <a:off x="6290631" y="451692"/>
            <a:ext cx="5901369" cy="264919"/>
          </a:xfrm>
          <a:prstGeom prst="rect">
            <a:avLst/>
          </a:prstGeom>
          <a:solidFill>
            <a:srgbClr val="F5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R"/>
          </a:p>
        </p:txBody>
      </p:sp>
      <p:sp>
        <p:nvSpPr>
          <p:cNvPr id="9" name="Rectangle 8">
            <a:extLst>
              <a:ext uri="{FF2B5EF4-FFF2-40B4-BE49-F238E27FC236}">
                <a16:creationId xmlns:a16="http://schemas.microsoft.com/office/drawing/2014/main" id="{0DB19047-F159-BDD1-9CCE-9DB84988DC82}"/>
              </a:ext>
            </a:extLst>
          </p:cNvPr>
          <p:cNvSpPr/>
          <p:nvPr/>
        </p:nvSpPr>
        <p:spPr>
          <a:xfrm>
            <a:off x="5531911" y="450689"/>
            <a:ext cx="689209" cy="352245"/>
          </a:xfrm>
          <a:prstGeom prst="rect">
            <a:avLst/>
          </a:pr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R"/>
          </a:p>
        </p:txBody>
      </p:sp>
      <p:sp>
        <p:nvSpPr>
          <p:cNvPr id="20" name="Freeform 19">
            <a:extLst>
              <a:ext uri="{FF2B5EF4-FFF2-40B4-BE49-F238E27FC236}">
                <a16:creationId xmlns:a16="http://schemas.microsoft.com/office/drawing/2014/main" id="{DED44ECC-91FA-2F80-845F-DBC94B02F90C}"/>
              </a:ext>
            </a:extLst>
          </p:cNvPr>
          <p:cNvSpPr/>
          <p:nvPr/>
        </p:nvSpPr>
        <p:spPr>
          <a:xfrm>
            <a:off x="6435294" y="814246"/>
            <a:ext cx="5738345" cy="6027229"/>
          </a:xfrm>
          <a:custGeom>
            <a:avLst/>
            <a:gdLst>
              <a:gd name="csX0" fmla="*/ 0 w 5738345"/>
              <a:gd name="csY0" fmla="*/ 0 h 6027229"/>
              <a:gd name="csX1" fmla="*/ 846855 w 5738345"/>
              <a:gd name="csY1" fmla="*/ 0 h 6027229"/>
              <a:gd name="csX2" fmla="*/ 846855 w 5738345"/>
              <a:gd name="csY2" fmla="*/ 286439 h 6027229"/>
              <a:gd name="csX3" fmla="*/ 5738345 w 5738345"/>
              <a:gd name="csY3" fmla="*/ 286439 h 6027229"/>
              <a:gd name="csX4" fmla="*/ 5738345 w 5738345"/>
              <a:gd name="csY4" fmla="*/ 6027229 h 6027229"/>
              <a:gd name="csX5" fmla="*/ 0 w 5738345"/>
              <a:gd name="csY5" fmla="*/ 6027229 h 6027229"/>
              <a:gd name="csX6" fmla="*/ 0 w 5738345"/>
              <a:gd name="csY6" fmla="*/ 816250 h 6027229"/>
              <a:gd name="csX7" fmla="*/ 0 w 5738345"/>
              <a:gd name="csY7" fmla="*/ 286439 h 6027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738345" h="6027229">
                <a:moveTo>
                  <a:pt x="0" y="0"/>
                </a:moveTo>
                <a:lnTo>
                  <a:pt x="846855" y="0"/>
                </a:lnTo>
                <a:lnTo>
                  <a:pt x="846855" y="286439"/>
                </a:lnTo>
                <a:lnTo>
                  <a:pt x="5738345" y="286439"/>
                </a:lnTo>
                <a:lnTo>
                  <a:pt x="5738345" y="6027229"/>
                </a:lnTo>
                <a:lnTo>
                  <a:pt x="0" y="6027229"/>
                </a:lnTo>
                <a:lnTo>
                  <a:pt x="0" y="816250"/>
                </a:lnTo>
                <a:lnTo>
                  <a:pt x="0" y="286439"/>
                </a:lnTo>
                <a:close/>
              </a:path>
            </a:pathLst>
          </a:custGeom>
          <a:noFill/>
          <a:ln w="38100" cap="flat" cmpd="sng" algn="ctr">
            <a:solidFill>
              <a:srgbClr val="005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CR"/>
          </a:p>
        </p:txBody>
      </p:sp>
      <p:sp>
        <p:nvSpPr>
          <p:cNvPr id="2" name="Text Placeholder 14">
            <a:extLst>
              <a:ext uri="{FF2B5EF4-FFF2-40B4-BE49-F238E27FC236}">
                <a16:creationId xmlns:a16="http://schemas.microsoft.com/office/drawing/2014/main" id="{2073F732-15FC-719F-34C1-1AC9C510D6A2}"/>
              </a:ext>
            </a:extLst>
          </p:cNvPr>
          <p:cNvSpPr txBox="1">
            <a:spLocks/>
          </p:cNvSpPr>
          <p:nvPr/>
        </p:nvSpPr>
        <p:spPr>
          <a:xfrm>
            <a:off x="0" y="0"/>
            <a:ext cx="12192000" cy="450689"/>
          </a:xfrm>
          <a:prstGeom prst="rect">
            <a:avLst/>
          </a:prstGeom>
          <a:solidFill>
            <a:schemeClr val="tx2"/>
          </a:solidFill>
          <a:ln>
            <a:noFill/>
          </a:ln>
        </p:spPr>
        <p:txBody>
          <a:bodyPr vert="horz" wrap="square" lIns="0" tIns="0" rIns="0" bIns="0" rtlCol="0" anchor="ctr">
            <a:noAutofit/>
          </a:bodyPr>
          <a:lstStyle>
            <a:lvl1pPr marL="0" indent="0" algn="l" defTabSz="914400" rtl="0" eaLnBrk="1" latinLnBrk="0" hangingPunct="1">
              <a:lnSpc>
                <a:spcPct val="80000"/>
              </a:lnSpc>
              <a:spcBef>
                <a:spcPts val="0"/>
              </a:spcBef>
              <a:spcAft>
                <a:spcPts val="0"/>
              </a:spcAft>
              <a:buFont typeface="GT America Regular"/>
              <a:buNone/>
              <a:defRPr lang="en-US" sz="2400" b="0" i="0" kern="1200" dirty="0" smtClean="0">
                <a:solidFill>
                  <a:schemeClr val="accent1"/>
                </a:solidFill>
                <a:latin typeface="+mj-lt"/>
                <a:ea typeface="GT America Regular" charset="0"/>
                <a:cs typeface="GT America Regular" charset="0"/>
              </a:defRPr>
            </a:lvl1pPr>
            <a:lvl2pPr marL="0" indent="0" algn="l" defTabSz="914400" rtl="0" eaLnBrk="1" latinLnBrk="0" hangingPunct="1">
              <a:lnSpc>
                <a:spcPct val="80000"/>
              </a:lnSpc>
              <a:spcBef>
                <a:spcPts val="0"/>
              </a:spcBef>
              <a:spcAft>
                <a:spcPts val="0"/>
              </a:spcAft>
              <a:buFont typeface="GT America Regular" charset="0"/>
              <a:buNone/>
              <a:defRPr lang="en-US" sz="2400" b="0" i="0" kern="1200" dirty="0" smtClean="0">
                <a:solidFill>
                  <a:schemeClr val="accent1"/>
                </a:solidFill>
                <a:latin typeface="+mj-lt"/>
                <a:ea typeface="GT America Regular" charset="0"/>
                <a:cs typeface="GT America Regular" charset="0"/>
              </a:defRPr>
            </a:lvl2pPr>
            <a:lvl3pPr marL="0" indent="0" algn="l" defTabSz="914400" rtl="0" eaLnBrk="1" latinLnBrk="0" hangingPunct="1">
              <a:lnSpc>
                <a:spcPct val="80000"/>
              </a:lnSpc>
              <a:spcBef>
                <a:spcPts val="0"/>
              </a:spcBef>
              <a:spcAft>
                <a:spcPts val="0"/>
              </a:spcAft>
              <a:buClr>
                <a:schemeClr val="accent1"/>
              </a:buClr>
              <a:buFont typeface="GT America Regular" pitchFamily="50" charset="0"/>
              <a:buNone/>
              <a:defRPr lang="en-US" sz="2400" b="0" i="0" kern="1200" dirty="0" smtClean="0">
                <a:solidFill>
                  <a:schemeClr val="accent1"/>
                </a:solidFill>
                <a:latin typeface="+mj-lt"/>
                <a:ea typeface="GT America Regular" charset="0"/>
                <a:cs typeface="GT America Regular" charset="0"/>
              </a:defRPr>
            </a:lvl3pPr>
            <a:lvl4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4pPr>
            <a:lvl5pPr marL="0" indent="0" algn="l" defTabSz="914400" rtl="0" eaLnBrk="1" latinLnBrk="0" hangingPunct="1">
              <a:lnSpc>
                <a:spcPct val="80000"/>
              </a:lnSpc>
              <a:spcBef>
                <a:spcPts val="0"/>
              </a:spcBef>
              <a:spcAft>
                <a:spcPts val="0"/>
              </a:spcAft>
              <a:buClr>
                <a:schemeClr val="accent1"/>
              </a:buClr>
              <a:buFont typeface="GT America Regular" charset="0"/>
              <a:buNone/>
              <a:tabLst/>
              <a:defRPr lang="en-US" sz="2400" b="0" i="0" kern="1200" dirty="0" smtClean="0">
                <a:solidFill>
                  <a:schemeClr val="accent1"/>
                </a:solidFill>
                <a:latin typeface="+mj-lt"/>
                <a:ea typeface="GT America Regular" charset="0"/>
                <a:cs typeface="GT America Regular" charset="0"/>
              </a:defRPr>
            </a:lvl5pPr>
            <a:lvl6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6pPr>
            <a:lvl7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smtClean="0">
                <a:solidFill>
                  <a:schemeClr val="accent1"/>
                </a:solidFill>
                <a:latin typeface="+mj-lt"/>
                <a:ea typeface="GT America Regular" charset="0"/>
                <a:cs typeface="GT America Regular" charset="0"/>
              </a:defRPr>
            </a:lvl7pPr>
            <a:lvl8pPr marL="0" indent="0" algn="l" defTabSz="914400" rtl="0" eaLnBrk="1" latinLnBrk="0" hangingPunct="1">
              <a:lnSpc>
                <a:spcPct val="80000"/>
              </a:lnSpc>
              <a:spcBef>
                <a:spcPts val="0"/>
              </a:spcBef>
              <a:spcAft>
                <a:spcPts val="0"/>
              </a:spcAft>
              <a:buClrTx/>
              <a:buFont typeface="GT America Regular" pitchFamily="50" charset="0"/>
              <a:buNone/>
              <a:defRPr lang="en-US" sz="2400" b="0" i="0" kern="1200" dirty="0" smtClean="0">
                <a:solidFill>
                  <a:schemeClr val="accent1"/>
                </a:solidFill>
                <a:latin typeface="+mj-lt"/>
                <a:ea typeface="GT America Regular" charset="0"/>
                <a:cs typeface="GT America Regular" charset="0"/>
              </a:defRPr>
            </a:lvl8pPr>
            <a:lvl9pPr marL="0" indent="0" algn="l" defTabSz="914400" rtl="0" eaLnBrk="1" latinLnBrk="0" hangingPunct="1">
              <a:lnSpc>
                <a:spcPct val="80000"/>
              </a:lnSpc>
              <a:spcBef>
                <a:spcPts val="0"/>
              </a:spcBef>
              <a:spcAft>
                <a:spcPts val="0"/>
              </a:spcAft>
              <a:buClr>
                <a:schemeClr val="accent1"/>
              </a:buClr>
              <a:buFont typeface="GT America Regular" charset="0"/>
              <a:buNone/>
              <a:defRPr lang="en-US" sz="2400" b="0" i="0" kern="1200" dirty="0">
                <a:solidFill>
                  <a:schemeClr val="accent1"/>
                </a:solidFill>
                <a:latin typeface="+mj-lt"/>
                <a:ea typeface="GT America Regular" charset="0"/>
                <a:cs typeface="GT America Regular" charset="0"/>
              </a:defRPr>
            </a:lvl9pPr>
          </a:lstStyle>
          <a:p>
            <a:pPr algn="ctr">
              <a:lnSpc>
                <a:spcPct val="100000"/>
              </a:lnSpc>
            </a:pPr>
            <a:r>
              <a:rPr lang="en-US" sz="1200" b="1" dirty="0">
                <a:solidFill>
                  <a:schemeClr val="bg1"/>
                </a:solidFill>
                <a:latin typeface="+mn-lt"/>
              </a:rPr>
              <a:t>PLEASE REMOVE </a:t>
            </a:r>
            <a:r>
              <a:rPr lang="en-US" sz="1200" dirty="0">
                <a:solidFill>
                  <a:schemeClr val="bg1"/>
                </a:solidFill>
                <a:latin typeface="+mn-lt"/>
              </a:rPr>
              <a:t>Instructional slides after reviewing them</a:t>
            </a:r>
          </a:p>
        </p:txBody>
      </p:sp>
    </p:spTree>
    <p:extLst>
      <p:ext uri="{BB962C8B-B14F-4D97-AF65-F5344CB8AC3E}">
        <p14:creationId xmlns:p14="http://schemas.microsoft.com/office/powerpoint/2010/main" val="311338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E5FF65D-F61C-815B-D2A7-C8AE4F14122D}"/>
              </a:ext>
            </a:extLst>
          </p:cNvPr>
          <p:cNvSpPr>
            <a:spLocks noGrp="1"/>
          </p:cNvSpPr>
          <p:nvPr>
            <p:ph type="title"/>
          </p:nvPr>
        </p:nvSpPr>
        <p:spPr/>
        <p:txBody>
          <a:bodyPr/>
          <a:lstStyle/>
          <a:p>
            <a:endParaRPr lang="en-CR"/>
          </a:p>
        </p:txBody>
      </p:sp>
      <p:sp>
        <p:nvSpPr>
          <p:cNvPr id="9" name="Text Placeholder 8">
            <a:extLst>
              <a:ext uri="{FF2B5EF4-FFF2-40B4-BE49-F238E27FC236}">
                <a16:creationId xmlns:a16="http://schemas.microsoft.com/office/drawing/2014/main" id="{309BD243-1347-6DB7-8255-7ED4CC1F6F2D}"/>
              </a:ext>
            </a:extLst>
          </p:cNvPr>
          <p:cNvSpPr>
            <a:spLocks noGrp="1"/>
          </p:cNvSpPr>
          <p:nvPr>
            <p:ph type="body" sz="quarter" idx="11"/>
          </p:nvPr>
        </p:nvSpPr>
        <p:spPr/>
        <p:txBody>
          <a:bodyPr/>
          <a:lstStyle/>
          <a:p>
            <a:endParaRPr lang="en-CR"/>
          </a:p>
        </p:txBody>
      </p:sp>
      <p:sp>
        <p:nvSpPr>
          <p:cNvPr id="10" name="Text Placeholder 9">
            <a:extLst>
              <a:ext uri="{FF2B5EF4-FFF2-40B4-BE49-F238E27FC236}">
                <a16:creationId xmlns:a16="http://schemas.microsoft.com/office/drawing/2014/main" id="{78571BFE-9942-5BBB-9C7E-B7305E79EF38}"/>
              </a:ext>
            </a:extLst>
          </p:cNvPr>
          <p:cNvSpPr>
            <a:spLocks noGrp="1"/>
          </p:cNvSpPr>
          <p:nvPr>
            <p:ph type="body" sz="quarter" idx="99"/>
          </p:nvPr>
        </p:nvSpPr>
        <p:spPr/>
        <p:txBody>
          <a:bodyPr/>
          <a:lstStyle/>
          <a:p>
            <a:endParaRPr lang="en-CR"/>
          </a:p>
        </p:txBody>
      </p:sp>
      <p:sp>
        <p:nvSpPr>
          <p:cNvPr id="11" name="Text Placeholder 10">
            <a:extLst>
              <a:ext uri="{FF2B5EF4-FFF2-40B4-BE49-F238E27FC236}">
                <a16:creationId xmlns:a16="http://schemas.microsoft.com/office/drawing/2014/main" id="{6D6B6944-8C54-CA41-3B17-8902C7BC2C2D}"/>
              </a:ext>
            </a:extLst>
          </p:cNvPr>
          <p:cNvSpPr>
            <a:spLocks noGrp="1"/>
          </p:cNvSpPr>
          <p:nvPr>
            <p:ph type="body" sz="quarter" idx="100"/>
          </p:nvPr>
        </p:nvSpPr>
        <p:spPr/>
        <p:txBody>
          <a:bodyPr/>
          <a:lstStyle/>
          <a:p>
            <a:endParaRPr lang="en-CR"/>
          </a:p>
        </p:txBody>
      </p:sp>
      <p:sp>
        <p:nvSpPr>
          <p:cNvPr id="12" name="Text Placeholder 11">
            <a:extLst>
              <a:ext uri="{FF2B5EF4-FFF2-40B4-BE49-F238E27FC236}">
                <a16:creationId xmlns:a16="http://schemas.microsoft.com/office/drawing/2014/main" id="{E7178D14-5451-2324-49EE-0B85687314EC}"/>
              </a:ext>
            </a:extLst>
          </p:cNvPr>
          <p:cNvSpPr>
            <a:spLocks noGrp="1"/>
          </p:cNvSpPr>
          <p:nvPr>
            <p:ph type="body" sz="quarter" idx="101"/>
          </p:nvPr>
        </p:nvSpPr>
        <p:spPr/>
        <p:txBody>
          <a:bodyPr/>
          <a:lstStyle/>
          <a:p>
            <a:endParaRPr lang="en-CR"/>
          </a:p>
        </p:txBody>
      </p:sp>
      <p:sp>
        <p:nvSpPr>
          <p:cNvPr id="13" name="Text Placeholder 12">
            <a:extLst>
              <a:ext uri="{FF2B5EF4-FFF2-40B4-BE49-F238E27FC236}">
                <a16:creationId xmlns:a16="http://schemas.microsoft.com/office/drawing/2014/main" id="{7CB5FB34-3102-5EA1-2516-C55052C7F3C8}"/>
              </a:ext>
            </a:extLst>
          </p:cNvPr>
          <p:cNvSpPr>
            <a:spLocks noGrp="1"/>
          </p:cNvSpPr>
          <p:nvPr>
            <p:ph type="body" sz="quarter" idx="102"/>
          </p:nvPr>
        </p:nvSpPr>
        <p:spPr/>
        <p:txBody>
          <a:bodyPr/>
          <a:lstStyle/>
          <a:p>
            <a:endParaRPr lang="en-CR"/>
          </a:p>
        </p:txBody>
      </p:sp>
    </p:spTree>
    <p:extLst>
      <p:ext uri="{BB962C8B-B14F-4D97-AF65-F5344CB8AC3E}">
        <p14:creationId xmlns:p14="http://schemas.microsoft.com/office/powerpoint/2010/main" val="64923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A904A4-428B-C5CE-0986-21F79FF99954}"/>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6</a:t>
            </a:fld>
            <a:endParaRPr lang="en-US"/>
          </a:p>
        </p:txBody>
      </p:sp>
      <p:sp>
        <p:nvSpPr>
          <p:cNvPr id="7" name="Title 6">
            <a:extLst>
              <a:ext uri="{FF2B5EF4-FFF2-40B4-BE49-F238E27FC236}">
                <a16:creationId xmlns:a16="http://schemas.microsoft.com/office/drawing/2014/main" id="{1A3A1371-D7CA-F64B-0299-68E63EDD281E}"/>
              </a:ext>
            </a:extLst>
          </p:cNvPr>
          <p:cNvSpPr>
            <a:spLocks noGrp="1"/>
          </p:cNvSpPr>
          <p:nvPr>
            <p:ph type="title"/>
          </p:nvPr>
        </p:nvSpPr>
        <p:spPr>
          <a:xfrm rot="16200000">
            <a:off x="-1539398" y="2088041"/>
            <a:ext cx="5037774" cy="1958972"/>
          </a:xfrm>
        </p:spPr>
        <p:txBody>
          <a:bodyPr/>
          <a:lstStyle/>
          <a:p>
            <a:r>
              <a:rPr lang="en-US" dirty="0"/>
              <a:t>Agenda 2</a:t>
            </a:r>
          </a:p>
        </p:txBody>
      </p:sp>
      <p:graphicFrame>
        <p:nvGraphicFramePr>
          <p:cNvPr id="12" name="Table Placeholder 7">
            <a:extLst>
              <a:ext uri="{FF2B5EF4-FFF2-40B4-BE49-F238E27FC236}">
                <a16:creationId xmlns:a16="http://schemas.microsoft.com/office/drawing/2014/main" id="{ABE7E2C3-002B-1AFD-6240-ECE7A8FFEF0A}"/>
              </a:ext>
            </a:extLst>
          </p:cNvPr>
          <p:cNvGraphicFramePr>
            <a:graphicFrameLocks noGrp="1"/>
          </p:cNvGraphicFramePr>
          <p:nvPr>
            <p:ph type="tbl" sz="quarter" idx="13"/>
            <p:extLst>
              <p:ext uri="{D42A27DB-BD31-4B8C-83A1-F6EECF244321}">
                <p14:modId xmlns:p14="http://schemas.microsoft.com/office/powerpoint/2010/main" val="2843760583"/>
              </p:ext>
            </p:extLst>
          </p:nvPr>
        </p:nvGraphicFramePr>
        <p:xfrm>
          <a:off x="4781550" y="552450"/>
          <a:ext cx="6856413" cy="5759450"/>
        </p:xfrm>
        <a:graphic>
          <a:graphicData uri="http://schemas.openxmlformats.org/drawingml/2006/table">
            <a:tbl>
              <a:tblPr>
                <a:tableStyleId>{2D5ABB26-0587-4C30-8999-92F81FD0307C}</a:tableStyleId>
              </a:tblPr>
              <a:tblGrid>
                <a:gridCol w="1409701">
                  <a:extLst>
                    <a:ext uri="{9D8B030D-6E8A-4147-A177-3AD203B41FA5}">
                      <a16:colId xmlns:a16="http://schemas.microsoft.com/office/drawing/2014/main" val="2469643470"/>
                    </a:ext>
                  </a:extLst>
                </a:gridCol>
                <a:gridCol w="5446712">
                  <a:extLst>
                    <a:ext uri="{9D8B030D-6E8A-4147-A177-3AD203B41FA5}">
                      <a16:colId xmlns:a16="http://schemas.microsoft.com/office/drawing/2014/main" val="632822243"/>
                    </a:ext>
                  </a:extLst>
                </a:gridCol>
              </a:tblGrid>
              <a:tr h="1151890">
                <a:tc>
                  <a:txBody>
                    <a:bodyPr/>
                    <a:lstStyle/>
                    <a:p>
                      <a:pPr algn="ctr"/>
                      <a:r>
                        <a:rPr lang="en-US" sz="5400" b="1">
                          <a:solidFill>
                            <a:schemeClr val="accent1"/>
                          </a:solidFill>
                          <a:latin typeface="+mj-lt"/>
                        </a:rPr>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b="1" i="0" kern="1200" dirty="0">
                          <a:solidFill>
                            <a:schemeClr val="tx1"/>
                          </a:solidFill>
                          <a:effectLst/>
                          <a:latin typeface="+mn-lt"/>
                          <a:ea typeface="GT America Regular" charset="0"/>
                          <a:cs typeface="GT America Regular" charset="0"/>
                        </a:rPr>
                        <a:t>Topic in Arial Bold 14pt</a:t>
                      </a:r>
                    </a:p>
                    <a:p>
                      <a:r>
                        <a:rPr lang="en-US" sz="1400" b="0" i="0" kern="1200" dirty="0">
                          <a:solidFill>
                            <a:schemeClr val="tx1"/>
                          </a:solidFill>
                          <a:effectLst/>
                          <a:latin typeface="+mn-lt"/>
                          <a:ea typeface="GT America Regular" charset="0"/>
                          <a:cs typeface="GT America Regular" charset="0"/>
                        </a:rPr>
                        <a:t>Detail in Arial 14pt, black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6007491"/>
                  </a:ext>
                </a:extLst>
              </a:tr>
              <a:tr h="1151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a:ln>
                            <a:noFill/>
                          </a:ln>
                          <a:solidFill>
                            <a:schemeClr val="accent1"/>
                          </a:solidFill>
                          <a:effectLst/>
                          <a:uLnTx/>
                          <a:uFillTx/>
                          <a:latin typeface="+mj-lt"/>
                          <a:ea typeface="+mn-ea"/>
                          <a:cs typeface="+mn-cs"/>
                        </a:rPr>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This Agenda slide uses a table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Insert (or delete) rows to adjust the number </a:t>
                      </a:r>
                      <a:b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br>
                      <a: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of topics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7285981"/>
                  </a:ext>
                </a:extLst>
              </a:tr>
              <a:tr h="1151890">
                <a:tc>
                  <a:txBody>
                    <a:bodyPr/>
                    <a:lstStyle/>
                    <a:p>
                      <a:pPr algn="ctr"/>
                      <a:r>
                        <a:rPr lang="en-US" sz="5400" b="1">
                          <a:solidFill>
                            <a:schemeClr val="accent1"/>
                          </a:solidFill>
                          <a:latin typeface="+mj-lt"/>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This Agenda slide uses a table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Insert (or delete) rows to adjust the number </a:t>
                      </a:r>
                      <a:b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br>
                      <a: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of topics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3334366"/>
                  </a:ext>
                </a:extLst>
              </a:tr>
              <a:tr h="115189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a:ln>
                            <a:noFill/>
                          </a:ln>
                          <a:solidFill>
                            <a:schemeClr val="accent1"/>
                          </a:solidFill>
                          <a:effectLst/>
                          <a:uLnTx/>
                          <a:uFillTx/>
                          <a:latin typeface="+mj-lt"/>
                          <a:ea typeface="+mn-ea"/>
                          <a:cs typeface="+mn-cs"/>
                        </a:rPr>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This Agenda slide uses a table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Insert (or delete) rows to adjust the number </a:t>
                      </a:r>
                      <a:b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br>
                      <a:r>
                        <a:rPr kumimoji="0" lang="en-US" sz="1400" b="0" i="0" u="none" strike="noStrike" kern="1200" cap="none" spc="0" normalizeH="0" baseline="0" noProof="0">
                          <a:ln>
                            <a:noFill/>
                          </a:ln>
                          <a:solidFill>
                            <a:srgbClr val="000000"/>
                          </a:solidFill>
                          <a:effectLst/>
                          <a:uLnTx/>
                          <a:uFillTx/>
                          <a:latin typeface="Arial" panose="020B0604020202020204"/>
                          <a:ea typeface="GT America Regular" charset="0"/>
                          <a:cs typeface="GT America Regular" charset="0"/>
                        </a:rPr>
                        <a:t>of topics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412935"/>
                  </a:ext>
                </a:extLst>
              </a:tr>
              <a:tr h="1151890">
                <a:tc>
                  <a:txBody>
                    <a:bodyPr/>
                    <a:lstStyle/>
                    <a:p>
                      <a:pPr algn="ctr"/>
                      <a:r>
                        <a:rPr lang="en-US" sz="5400" b="1">
                          <a:solidFill>
                            <a:schemeClr val="accent1"/>
                          </a:solidFill>
                          <a:latin typeface="+mj-lt"/>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panose="020B0604020202020204"/>
                          <a:ea typeface="GT America Regular" charset="0"/>
                          <a:cs typeface="GT America Regular" charset="0"/>
                        </a:rPr>
                        <a:t>This Agenda slide uses a table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anose="020B0604020202020204"/>
                          <a:ea typeface="GT America Regular" charset="0"/>
                          <a:cs typeface="GT America Regular" charset="0"/>
                        </a:rPr>
                        <a:t>Insert (or delete) rows to adjust the number </a:t>
                      </a:r>
                      <a:br>
                        <a:rPr kumimoji="0" lang="en-US" sz="1400" b="0" i="0" u="none" strike="noStrike" kern="1200" cap="none" spc="0" normalizeH="0" baseline="0" noProof="0" dirty="0">
                          <a:ln>
                            <a:noFill/>
                          </a:ln>
                          <a:solidFill>
                            <a:srgbClr val="000000"/>
                          </a:solidFill>
                          <a:effectLst/>
                          <a:uLnTx/>
                          <a:uFillTx/>
                          <a:latin typeface="Arial" panose="020B0604020202020204"/>
                          <a:ea typeface="GT America Regular" charset="0"/>
                          <a:cs typeface="GT America Regular" charset="0"/>
                        </a:rPr>
                      </a:br>
                      <a:r>
                        <a:rPr kumimoji="0" lang="en-US" sz="1400" b="0" i="0" u="none" strike="noStrike" kern="1200" cap="none" spc="0" normalizeH="0" baseline="0" noProof="0" dirty="0">
                          <a:ln>
                            <a:noFill/>
                          </a:ln>
                          <a:solidFill>
                            <a:srgbClr val="000000"/>
                          </a:solidFill>
                          <a:effectLst/>
                          <a:uLnTx/>
                          <a:uFillTx/>
                          <a:latin typeface="Arial" panose="020B0604020202020204"/>
                          <a:ea typeface="GT America Regular" charset="0"/>
                          <a:cs typeface="GT America Regular" charset="0"/>
                        </a:rPr>
                        <a:t>of topics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3867"/>
                  </a:ext>
                </a:extLst>
              </a:tr>
            </a:tbl>
          </a:graphicData>
        </a:graphic>
      </p:graphicFrame>
    </p:spTree>
    <p:extLst>
      <p:ext uri="{BB962C8B-B14F-4D97-AF65-F5344CB8AC3E}">
        <p14:creationId xmlns:p14="http://schemas.microsoft.com/office/powerpoint/2010/main" val="3954128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02540-7A29-902A-13F3-2A504635D7E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4A4D17-C31B-FBF0-CD39-0315D86837A6}"/>
              </a:ext>
            </a:extLst>
          </p:cNvPr>
          <p:cNvSpPr>
            <a:spLocks noGrp="1"/>
          </p:cNvSpPr>
          <p:nvPr>
            <p:ph type="sldNum" sz="quarter" idx="12"/>
          </p:nvPr>
        </p:nvSpPr>
        <p:spPr>
          <a:xfrm>
            <a:off x="10429875" y="6311900"/>
            <a:ext cx="1204676" cy="269875"/>
          </a:xfrm>
        </p:spPr>
        <p:txBody>
          <a:bodyPr anchor="b">
            <a:normAutofit/>
          </a:bodyPr>
          <a:lstStyle/>
          <a:p>
            <a:fld id="{862A5111-985B-C14D-9115-5787026182A8}" type="slidenum">
              <a:rPr lang="en-US" smtClean="0"/>
              <a:pPr/>
              <a:t>7</a:t>
            </a:fld>
            <a:endParaRPr lang="en-US"/>
          </a:p>
        </p:txBody>
      </p:sp>
      <p:sp>
        <p:nvSpPr>
          <p:cNvPr id="7" name="Title 6">
            <a:extLst>
              <a:ext uri="{FF2B5EF4-FFF2-40B4-BE49-F238E27FC236}">
                <a16:creationId xmlns:a16="http://schemas.microsoft.com/office/drawing/2014/main" id="{A6A9A203-E6F2-C719-C7F4-19246D9BAAED}"/>
              </a:ext>
            </a:extLst>
          </p:cNvPr>
          <p:cNvSpPr>
            <a:spLocks noGrp="1"/>
          </p:cNvSpPr>
          <p:nvPr>
            <p:ph type="title"/>
          </p:nvPr>
        </p:nvSpPr>
        <p:spPr/>
        <p:txBody>
          <a:bodyPr/>
          <a:lstStyle/>
          <a:p>
            <a:r>
              <a:rPr lang="en-US" dirty="0"/>
              <a:t>H1 Heading</a:t>
            </a:r>
            <a:br>
              <a:rPr lang="en-US" dirty="0"/>
            </a:br>
            <a:r>
              <a:rPr lang="en-US" dirty="0"/>
              <a:t>48pt for more than two lines should not indent</a:t>
            </a:r>
            <a:endParaRPr lang="en-CR" dirty="0"/>
          </a:p>
        </p:txBody>
      </p:sp>
    </p:spTree>
    <p:extLst>
      <p:ext uri="{BB962C8B-B14F-4D97-AF65-F5344CB8AC3E}">
        <p14:creationId xmlns:p14="http://schemas.microsoft.com/office/powerpoint/2010/main" val="4221701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73BA1CE-C24D-50FF-A639-0229BD59807F}"/>
              </a:ext>
            </a:extLst>
          </p:cNvPr>
          <p:cNvSpPr>
            <a:spLocks noGrp="1"/>
          </p:cNvSpPr>
          <p:nvPr>
            <p:ph type="sldNum" sz="quarter" idx="12"/>
          </p:nvPr>
        </p:nvSpPr>
        <p:spPr>
          <a:xfrm>
            <a:off x="10429875" y="6311900"/>
            <a:ext cx="1208087" cy="269875"/>
          </a:xfrm>
        </p:spPr>
        <p:txBody>
          <a:bodyPr/>
          <a:lstStyle/>
          <a:p>
            <a:fld id="{862A5111-985B-C14D-9115-5787026182A8}" type="slidenum">
              <a:rPr lang="en-US" smtClean="0"/>
              <a:pPr/>
              <a:t>8</a:t>
            </a:fld>
            <a:endParaRPr lang="en-US"/>
          </a:p>
        </p:txBody>
      </p:sp>
      <p:sp>
        <p:nvSpPr>
          <p:cNvPr id="7" name="Text Placeholder 6">
            <a:extLst>
              <a:ext uri="{FF2B5EF4-FFF2-40B4-BE49-F238E27FC236}">
                <a16:creationId xmlns:a16="http://schemas.microsoft.com/office/drawing/2014/main" id="{C7B3272B-38D1-9DC8-E3C6-FCFFB09306A0}"/>
              </a:ext>
            </a:extLst>
          </p:cNvPr>
          <p:cNvSpPr>
            <a:spLocks noGrp="1"/>
          </p:cNvSpPr>
          <p:nvPr>
            <p:ph type="body" sz="quarter" idx="13"/>
          </p:nvPr>
        </p:nvSpPr>
        <p:spPr/>
        <p:txBody>
          <a:bodyPr/>
          <a:lstStyle/>
          <a:p>
            <a:endParaRPr lang="en-US"/>
          </a:p>
        </p:txBody>
      </p:sp>
      <p:sp>
        <p:nvSpPr>
          <p:cNvPr id="19" name="Content Placeholder 18">
            <a:extLst>
              <a:ext uri="{FF2B5EF4-FFF2-40B4-BE49-F238E27FC236}">
                <a16:creationId xmlns:a16="http://schemas.microsoft.com/office/drawing/2014/main" id="{C7226F05-EF80-7D6D-70D8-1AAB42CA1309}"/>
              </a:ext>
            </a:extLst>
          </p:cNvPr>
          <p:cNvSpPr>
            <a:spLocks noGrp="1"/>
          </p:cNvSpPr>
          <p:nvPr>
            <p:ph sz="quarter" idx="18"/>
          </p:nvPr>
        </p:nvSpPr>
        <p:spPr>
          <a:xfrm>
            <a:off x="4781551" y="552450"/>
            <a:ext cx="6856412" cy="5614988"/>
          </a:xfrm>
        </p:spPr>
        <p:txBody>
          <a:bodyPr>
            <a:noAutofit/>
          </a:bodyPr>
          <a:lstStyle/>
          <a:p>
            <a:r>
              <a:rPr lang="en-US" dirty="0"/>
              <a:t>Topic in Arial Bold 18pt</a:t>
            </a:r>
          </a:p>
          <a:p>
            <a:pPr marL="279400" lvl="1" indent="-279400">
              <a:lnSpc>
                <a:spcPct val="100000"/>
              </a:lnSpc>
              <a:spcAft>
                <a:spcPts val="800"/>
              </a:spcAft>
              <a:buClr>
                <a:srgbClr val="000000"/>
              </a:buClr>
              <a:buSzPct val="119000"/>
              <a:buFont typeface="Wingdings 3" pitchFamily="2" charset="2"/>
              <a:buChar char=""/>
            </a:pPr>
            <a:r>
              <a:rPr lang="en-US" dirty="0"/>
              <a:t>Bullet level one in Arial 14pt, using “Increase List Level” button</a:t>
            </a:r>
          </a:p>
          <a:p>
            <a:pPr marL="279400" lvl="1" indent="-279400">
              <a:lnSpc>
                <a:spcPct val="100000"/>
              </a:lnSpc>
              <a:spcAft>
                <a:spcPts val="800"/>
              </a:spcAft>
              <a:buClr>
                <a:srgbClr val="000000"/>
              </a:buClr>
              <a:buSzPct val="119000"/>
              <a:buFont typeface="Wingdings 3" pitchFamily="2" charset="2"/>
              <a:buChar char=""/>
            </a:pPr>
            <a:r>
              <a:rPr lang="en-US" dirty="0"/>
              <a:t>Bullet level one for all subsequent bullets</a:t>
            </a:r>
          </a:p>
          <a:p>
            <a:pPr marL="279400" lvl="1" indent="-279400">
              <a:lnSpc>
                <a:spcPct val="100000"/>
              </a:lnSpc>
              <a:spcAft>
                <a:spcPts val="800"/>
              </a:spcAft>
              <a:buClr>
                <a:srgbClr val="000000"/>
              </a:buClr>
              <a:buSzPct val="119000"/>
              <a:buFont typeface="Wingdings 3" pitchFamily="2" charset="2"/>
              <a:buChar char=""/>
            </a:pPr>
            <a:r>
              <a:rPr lang="en-US" dirty="0"/>
              <a:t>Bullet level one for all subsequent bullets</a:t>
            </a:r>
          </a:p>
          <a:p>
            <a:endParaRPr lang="en-US" dirty="0"/>
          </a:p>
          <a:p>
            <a:r>
              <a:rPr lang="en-US" dirty="0" err="1"/>
              <a:t>Exceria</a:t>
            </a:r>
            <a:r>
              <a:rPr lang="en-US" dirty="0"/>
              <a:t> sunt et ilia </a:t>
            </a:r>
            <a:r>
              <a:rPr lang="en-US" dirty="0" err="1"/>
              <a:t>voluptatem</a:t>
            </a:r>
            <a:r>
              <a:rPr lang="en-US" dirty="0"/>
              <a:t> </a:t>
            </a:r>
            <a:r>
              <a:rPr lang="en-US" dirty="0" err="1"/>
              <a:t>tem</a:t>
            </a:r>
            <a:r>
              <a:rPr lang="en-US" dirty="0"/>
              <a:t> </a:t>
            </a:r>
            <a:r>
              <a:rPr lang="en-US" dirty="0" err="1"/>
              <a:t>facepudist</a:t>
            </a:r>
            <a:r>
              <a:rPr lang="en-US" dirty="0"/>
              <a:t> </a:t>
            </a:r>
            <a:r>
              <a:rPr lang="en-US" dirty="0" err="1"/>
              <a:t>haris</a:t>
            </a:r>
            <a:r>
              <a:rPr lang="en-US" dirty="0"/>
              <a:t> most</a:t>
            </a:r>
          </a:p>
          <a:p>
            <a:pPr marL="279400" lvl="1" indent="-279400">
              <a:lnSpc>
                <a:spcPct val="100000"/>
              </a:lnSpc>
              <a:spcAft>
                <a:spcPts val="800"/>
              </a:spcAft>
              <a:buClr>
                <a:srgbClr val="000000"/>
              </a:buClr>
              <a:buSzPct val="119000"/>
              <a:buFont typeface="Wingdings 3" pitchFamily="2" charset="2"/>
              <a:buChar char=""/>
            </a:pPr>
            <a:r>
              <a:rPr lang="en-US" dirty="0" err="1"/>
              <a:t>Sequatumene</a:t>
            </a:r>
            <a:r>
              <a:rPr lang="en-US" dirty="0"/>
              <a:t> </a:t>
            </a:r>
            <a:r>
              <a:rPr lang="en-US" dirty="0" err="1"/>
              <a:t>rereperro</a:t>
            </a:r>
            <a:r>
              <a:rPr lang="en-US" dirty="0"/>
              <a:t> </a:t>
            </a:r>
            <a:r>
              <a:rPr lang="en-US" dirty="0" err="1"/>
              <a:t>blatur</a:t>
            </a:r>
            <a:r>
              <a:rPr lang="en-US" dirty="0"/>
              <a:t> sed </a:t>
            </a:r>
            <a:r>
              <a:rPr lang="en-US" dirty="0" err="1"/>
              <a:t>eos</a:t>
            </a:r>
            <a:r>
              <a:rPr lang="en-US" dirty="0"/>
              <a:t> et into </a:t>
            </a:r>
            <a:r>
              <a:rPr lang="en-US" dirty="0" err="1"/>
              <a:t>ommos</a:t>
            </a:r>
            <a:endParaRPr lang="en-US" dirty="0"/>
          </a:p>
          <a:p>
            <a:pPr marL="279400" lvl="1" indent="-279400">
              <a:lnSpc>
                <a:spcPct val="100000"/>
              </a:lnSpc>
              <a:spcAft>
                <a:spcPts val="800"/>
              </a:spcAft>
              <a:buClr>
                <a:srgbClr val="000000"/>
              </a:buClr>
              <a:buSzPct val="119000"/>
              <a:buFont typeface="Wingdings 3" pitchFamily="2" charset="2"/>
              <a:buChar char=""/>
            </a:pPr>
            <a:r>
              <a:rPr lang="en-US" dirty="0" err="1"/>
              <a:t>Ullabor</a:t>
            </a:r>
            <a:r>
              <a:rPr lang="en-US" dirty="0"/>
              <a:t> </a:t>
            </a:r>
            <a:r>
              <a:rPr lang="en-US" dirty="0" err="1"/>
              <a:t>ibustor</a:t>
            </a:r>
            <a:r>
              <a:rPr lang="en-US" dirty="0"/>
              <a:t> </a:t>
            </a:r>
            <a:r>
              <a:rPr lang="en-US" dirty="0" err="1"/>
              <a:t>essitatum</a:t>
            </a:r>
            <a:r>
              <a:rPr lang="en-US" dirty="0"/>
              <a:t> et </a:t>
            </a:r>
            <a:r>
              <a:rPr lang="en-US" dirty="0" err="1"/>
              <a:t>ressim</a:t>
            </a:r>
            <a:r>
              <a:rPr lang="en-US" dirty="0"/>
              <a:t> </a:t>
            </a:r>
            <a:r>
              <a:rPr lang="en-US" dirty="0" err="1"/>
              <a:t>dellorro</a:t>
            </a:r>
            <a:r>
              <a:rPr lang="en-US" dirty="0"/>
              <a:t> </a:t>
            </a:r>
            <a:r>
              <a:rPr lang="en-US" dirty="0" err="1"/>
              <a:t>tet</a:t>
            </a:r>
            <a:r>
              <a:rPr lang="en-US" dirty="0"/>
              <a:t>, </a:t>
            </a:r>
            <a:r>
              <a:rPr lang="en-US" dirty="0" err="1"/>
              <a:t>occum</a:t>
            </a:r>
            <a:endParaRPr lang="en-US" dirty="0"/>
          </a:p>
          <a:p>
            <a:pPr marL="279400" lvl="1" indent="-279400">
              <a:lnSpc>
                <a:spcPct val="100000"/>
              </a:lnSpc>
              <a:spcAft>
                <a:spcPts val="800"/>
              </a:spcAft>
              <a:buClr>
                <a:srgbClr val="000000"/>
              </a:buClr>
              <a:buSzPct val="119000"/>
              <a:buFont typeface="Wingdings 3" pitchFamily="2" charset="2"/>
              <a:buChar char=""/>
            </a:pPr>
            <a:r>
              <a:rPr lang="en-US" dirty="0" err="1"/>
              <a:t>Vollo</a:t>
            </a:r>
            <a:r>
              <a:rPr lang="en-US" dirty="0"/>
              <a:t> </a:t>
            </a:r>
            <a:r>
              <a:rPr lang="en-US" dirty="0" err="1"/>
              <a:t>dit</a:t>
            </a:r>
            <a:r>
              <a:rPr lang="en-US" dirty="0"/>
              <a:t> arum </a:t>
            </a:r>
            <a:r>
              <a:rPr lang="en-US" dirty="0" err="1"/>
              <a:t>alicidu</a:t>
            </a:r>
            <a:r>
              <a:rPr lang="en-US" dirty="0"/>
              <a:t> </a:t>
            </a:r>
            <a:r>
              <a:rPr lang="en-US" dirty="0" err="1"/>
              <a:t>ciatem</a:t>
            </a:r>
            <a:r>
              <a:rPr lang="en-US" dirty="0"/>
              <a:t> </a:t>
            </a:r>
            <a:r>
              <a:rPr lang="en-US" dirty="0" err="1"/>
              <a:t>antiusam</a:t>
            </a:r>
            <a:r>
              <a:rPr lang="en-US" dirty="0"/>
              <a:t> </a:t>
            </a:r>
            <a:r>
              <a:rPr lang="en-US" dirty="0" err="1"/>
              <a:t>audaepta</a:t>
            </a:r>
            <a:r>
              <a:rPr lang="en-US" dirty="0"/>
              <a:t> </a:t>
            </a:r>
            <a:r>
              <a:rPr lang="en-US" dirty="0" err="1"/>
              <a:t>quatur</a:t>
            </a:r>
            <a:endParaRPr lang="en-US" dirty="0"/>
          </a:p>
          <a:p>
            <a:pPr marL="279400" lvl="1" indent="-279400">
              <a:lnSpc>
                <a:spcPct val="100000"/>
              </a:lnSpc>
              <a:spcAft>
                <a:spcPts val="800"/>
              </a:spcAft>
              <a:buClr>
                <a:srgbClr val="000000"/>
              </a:buClr>
              <a:buSzPct val="119000"/>
              <a:buFont typeface="Wingdings 3" pitchFamily="2" charset="2"/>
              <a:buChar char=""/>
            </a:pPr>
            <a:r>
              <a:rPr lang="en-US" dirty="0" err="1"/>
              <a:t>Harunti</a:t>
            </a:r>
            <a:r>
              <a:rPr lang="en-US" dirty="0"/>
              <a:t> </a:t>
            </a:r>
            <a:r>
              <a:rPr lang="en-US" dirty="0" err="1"/>
              <a:t>nctium</a:t>
            </a:r>
            <a:r>
              <a:rPr lang="en-US" dirty="0"/>
              <a:t> </a:t>
            </a:r>
            <a:r>
              <a:rPr lang="en-US" dirty="0" err="1"/>
              <a:t>iur</a:t>
            </a:r>
            <a:r>
              <a:rPr lang="en-US" dirty="0"/>
              <a:t> </a:t>
            </a:r>
            <a:r>
              <a:rPr lang="en-US" dirty="0" err="1"/>
              <a:t>sincto</a:t>
            </a:r>
            <a:endParaRPr lang="en-US" dirty="0"/>
          </a:p>
          <a:p>
            <a:endParaRPr lang="en-US" dirty="0"/>
          </a:p>
          <a:p>
            <a:r>
              <a:rPr lang="en-US" dirty="0" err="1"/>
              <a:t>Optae</a:t>
            </a:r>
            <a:r>
              <a:rPr lang="en-US" dirty="0"/>
              <a:t> </a:t>
            </a:r>
            <a:r>
              <a:rPr lang="en-US" dirty="0" err="1"/>
              <a:t>venis</a:t>
            </a:r>
            <a:r>
              <a:rPr lang="en-US" dirty="0"/>
              <a:t> </a:t>
            </a:r>
            <a:r>
              <a:rPr lang="en-US" dirty="0" err="1"/>
              <a:t>prempor</a:t>
            </a:r>
            <a:r>
              <a:rPr lang="en-US" dirty="0"/>
              <a:t> </a:t>
            </a:r>
            <a:r>
              <a:rPr lang="en-US" dirty="0" err="1"/>
              <a:t>rentius</a:t>
            </a:r>
            <a:r>
              <a:rPr lang="en-US" dirty="0"/>
              <a:t> </a:t>
            </a:r>
            <a:r>
              <a:rPr lang="en-US" dirty="0" err="1"/>
              <a:t>venimus</a:t>
            </a:r>
            <a:r>
              <a:rPr lang="en-US" dirty="0"/>
              <a:t> </a:t>
            </a:r>
            <a:r>
              <a:rPr lang="en-US" dirty="0" err="1"/>
              <a:t>doluptas</a:t>
            </a:r>
            <a:r>
              <a:rPr lang="en-US" dirty="0"/>
              <a:t> </a:t>
            </a:r>
            <a:r>
              <a:rPr lang="en-US" dirty="0" err="1"/>
              <a:t>ratquia</a:t>
            </a:r>
            <a:endParaRPr lang="en-US" dirty="0"/>
          </a:p>
          <a:p>
            <a:pPr marL="279400" lvl="1" indent="-279400">
              <a:lnSpc>
                <a:spcPct val="100000"/>
              </a:lnSpc>
              <a:spcAft>
                <a:spcPts val="800"/>
              </a:spcAft>
              <a:buClr>
                <a:srgbClr val="000000"/>
              </a:buClr>
              <a:buSzPct val="119000"/>
              <a:buFont typeface="Wingdings 3" pitchFamily="2" charset="2"/>
              <a:buChar char=""/>
            </a:pPr>
            <a:r>
              <a:rPr lang="en-US" dirty="0" err="1"/>
              <a:t>Ullatquiae</a:t>
            </a:r>
            <a:r>
              <a:rPr lang="en-US" dirty="0"/>
              <a:t> </a:t>
            </a:r>
            <a:r>
              <a:rPr lang="en-US" dirty="0" err="1"/>
              <a:t>perio</a:t>
            </a:r>
            <a:r>
              <a:rPr lang="en-US" dirty="0"/>
              <a:t> </a:t>
            </a:r>
            <a:r>
              <a:rPr lang="en-US" dirty="0" err="1"/>
              <a:t>etur</a:t>
            </a:r>
            <a:r>
              <a:rPr lang="en-US" dirty="0"/>
              <a:t> </a:t>
            </a:r>
            <a:r>
              <a:rPr lang="en-US" dirty="0" err="1"/>
              <a:t>aceror</a:t>
            </a:r>
            <a:r>
              <a:rPr lang="en-US" dirty="0"/>
              <a:t> </a:t>
            </a:r>
            <a:r>
              <a:rPr lang="en-US" dirty="0" err="1"/>
              <a:t>seditem</a:t>
            </a:r>
            <a:r>
              <a:rPr lang="en-US" dirty="0"/>
              <a:t> </a:t>
            </a:r>
            <a:r>
              <a:rPr lang="en-US" dirty="0" err="1"/>
              <a:t>utem</a:t>
            </a:r>
            <a:endParaRPr lang="en-US" dirty="0"/>
          </a:p>
          <a:p>
            <a:pPr marL="279400" lvl="1" indent="-279400">
              <a:lnSpc>
                <a:spcPct val="100000"/>
              </a:lnSpc>
              <a:spcAft>
                <a:spcPts val="800"/>
              </a:spcAft>
              <a:buClr>
                <a:srgbClr val="000000"/>
              </a:buClr>
              <a:buSzPct val="119000"/>
              <a:buFont typeface="Wingdings 3" pitchFamily="2" charset="2"/>
              <a:buChar char=""/>
            </a:pPr>
            <a:r>
              <a:rPr lang="en-US" dirty="0" err="1"/>
              <a:t>Nequi</a:t>
            </a:r>
            <a:r>
              <a:rPr lang="en-US" dirty="0"/>
              <a:t> </a:t>
            </a:r>
            <a:r>
              <a:rPr lang="en-US" dirty="0" err="1"/>
              <a:t>doluptam</a:t>
            </a:r>
            <a:r>
              <a:rPr lang="en-US" dirty="0"/>
              <a:t> </a:t>
            </a:r>
            <a:r>
              <a:rPr lang="en-US" dirty="0" err="1"/>
              <a:t>endios</a:t>
            </a:r>
            <a:r>
              <a:rPr lang="en-US" dirty="0"/>
              <a:t> </a:t>
            </a:r>
            <a:r>
              <a:rPr lang="en-US" dirty="0" err="1"/>
              <a:t>erestin</a:t>
            </a:r>
            <a:r>
              <a:rPr lang="en-US" dirty="0"/>
              <a:t> nim </a:t>
            </a:r>
            <a:r>
              <a:rPr lang="en-US" dirty="0" err="1"/>
              <a:t>idis</a:t>
            </a:r>
            <a:r>
              <a:rPr lang="en-US" dirty="0"/>
              <a:t> </a:t>
            </a:r>
            <a:r>
              <a:rPr lang="en-US" dirty="0" err="1"/>
              <a:t>veliaernatet</a:t>
            </a:r>
            <a:endParaRPr lang="en-US" dirty="0"/>
          </a:p>
          <a:p>
            <a:pPr marL="279400" lvl="1" indent="-279400">
              <a:lnSpc>
                <a:spcPct val="100000"/>
              </a:lnSpc>
              <a:spcAft>
                <a:spcPts val="800"/>
              </a:spcAft>
              <a:buClr>
                <a:srgbClr val="000000"/>
              </a:buClr>
              <a:buSzPct val="119000"/>
              <a:buFont typeface="Wingdings 3" pitchFamily="2" charset="2"/>
              <a:buChar char=""/>
            </a:pPr>
            <a:r>
              <a:rPr lang="en-US" dirty="0" err="1"/>
              <a:t>Aut</a:t>
            </a:r>
            <a:r>
              <a:rPr lang="en-US" dirty="0"/>
              <a:t> </a:t>
            </a:r>
            <a:r>
              <a:rPr lang="en-US" dirty="0" err="1"/>
              <a:t>quas</a:t>
            </a:r>
            <a:r>
              <a:rPr lang="en-US" dirty="0"/>
              <a:t> sit </a:t>
            </a:r>
            <a:r>
              <a:rPr lang="en-US" dirty="0" err="1"/>
              <a:t>exceperum</a:t>
            </a:r>
            <a:r>
              <a:rPr lang="en-US" dirty="0"/>
              <a:t> </a:t>
            </a:r>
            <a:r>
              <a:rPr lang="en-US" dirty="0" err="1"/>
              <a:t>quodi</a:t>
            </a:r>
            <a:r>
              <a:rPr lang="en-US" dirty="0"/>
              <a:t> </a:t>
            </a:r>
            <a:r>
              <a:rPr lang="en-US" dirty="0" err="1"/>
              <a:t>omnissi</a:t>
            </a:r>
            <a:r>
              <a:rPr lang="en-US" dirty="0"/>
              <a:t> </a:t>
            </a:r>
            <a:r>
              <a:rPr lang="en-US" dirty="0" err="1"/>
              <a:t>ni</a:t>
            </a:r>
            <a:r>
              <a:rPr lang="en-US" dirty="0"/>
              <a:t> at </a:t>
            </a:r>
            <a:r>
              <a:rPr lang="en-US" dirty="0" err="1"/>
              <a:t>optatioris</a:t>
            </a:r>
            <a:r>
              <a:rPr lang="en-US" dirty="0"/>
              <a:t> </a:t>
            </a:r>
            <a:r>
              <a:rPr lang="en-US" dirty="0" err="1"/>
              <a:t>audi</a:t>
            </a:r>
            <a:endParaRPr lang="en-US" dirty="0"/>
          </a:p>
          <a:p>
            <a:endParaRPr lang="en-US" dirty="0"/>
          </a:p>
          <a:p>
            <a:endParaRPr lang="en-US" dirty="0"/>
          </a:p>
        </p:txBody>
      </p:sp>
      <p:sp>
        <p:nvSpPr>
          <p:cNvPr id="8" name="Text Placeholder 7">
            <a:extLst>
              <a:ext uri="{FF2B5EF4-FFF2-40B4-BE49-F238E27FC236}">
                <a16:creationId xmlns:a16="http://schemas.microsoft.com/office/drawing/2014/main" id="{770BF9F2-22BC-2E3A-C890-BAED7AD631AF}"/>
              </a:ext>
            </a:extLst>
          </p:cNvPr>
          <p:cNvSpPr>
            <a:spLocks noGrp="1"/>
          </p:cNvSpPr>
          <p:nvPr>
            <p:ph type="body" sz="quarter" idx="15"/>
          </p:nvPr>
        </p:nvSpPr>
        <p:spPr/>
        <p:txBody>
          <a:bodyPr/>
          <a:lstStyle/>
          <a:p>
            <a:endParaRPr lang="en-US"/>
          </a:p>
        </p:txBody>
      </p:sp>
      <p:sp>
        <p:nvSpPr>
          <p:cNvPr id="4" name="Title 3">
            <a:extLst>
              <a:ext uri="{FF2B5EF4-FFF2-40B4-BE49-F238E27FC236}">
                <a16:creationId xmlns:a16="http://schemas.microsoft.com/office/drawing/2014/main" id="{401F1C54-10FE-0D46-0E14-BCB75D658030}"/>
              </a:ext>
            </a:extLst>
          </p:cNvPr>
          <p:cNvSpPr>
            <a:spLocks noGrp="1"/>
          </p:cNvSpPr>
          <p:nvPr>
            <p:ph type="title"/>
          </p:nvPr>
        </p:nvSpPr>
        <p:spPr>
          <a:xfrm>
            <a:off x="546100" y="552450"/>
            <a:ext cx="3300984" cy="1426604"/>
          </a:xfrm>
        </p:spPr>
        <p:txBody>
          <a:bodyPr/>
          <a:lstStyle/>
          <a:p>
            <a:r>
              <a:rPr lang="en-US" dirty="0"/>
              <a:t>Executive summary</a:t>
            </a:r>
            <a:br>
              <a:rPr lang="en-US" dirty="0"/>
            </a:br>
            <a:r>
              <a:rPr lang="en-US" dirty="0"/>
              <a:t>style 5</a:t>
            </a:r>
          </a:p>
        </p:txBody>
      </p:sp>
    </p:spTree>
    <p:extLst>
      <p:ext uri="{BB962C8B-B14F-4D97-AF65-F5344CB8AC3E}">
        <p14:creationId xmlns:p14="http://schemas.microsoft.com/office/powerpoint/2010/main" val="402561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92A1DC-97F9-568F-51E4-8B66330D949C}"/>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9</a:t>
            </a:fld>
            <a:endParaRPr lang="en-US"/>
          </a:p>
        </p:txBody>
      </p:sp>
      <p:sp>
        <p:nvSpPr>
          <p:cNvPr id="9" name="Title 8">
            <a:extLst>
              <a:ext uri="{FF2B5EF4-FFF2-40B4-BE49-F238E27FC236}">
                <a16:creationId xmlns:a16="http://schemas.microsoft.com/office/drawing/2014/main" id="{3C117266-7D53-4EC6-D7E4-0EC38A798FB6}"/>
              </a:ext>
            </a:extLst>
          </p:cNvPr>
          <p:cNvSpPr>
            <a:spLocks noGrp="1"/>
          </p:cNvSpPr>
          <p:nvPr>
            <p:ph type="title"/>
          </p:nvPr>
        </p:nvSpPr>
        <p:spPr>
          <a:xfrm>
            <a:off x="546100" y="552450"/>
            <a:ext cx="11091861" cy="434975"/>
          </a:xfrm>
        </p:spPr>
        <p:txBody>
          <a:bodyPr>
            <a:noAutofit/>
          </a:bodyPr>
          <a:lstStyle/>
          <a:p>
            <a:r>
              <a:rPr lang="en-US" dirty="0"/>
              <a:t>H1 Heading – 1 column slide</a:t>
            </a:r>
          </a:p>
        </p:txBody>
      </p:sp>
      <p:sp>
        <p:nvSpPr>
          <p:cNvPr id="2" name="Text Placeholder 1">
            <a:extLst>
              <a:ext uri="{FF2B5EF4-FFF2-40B4-BE49-F238E27FC236}">
                <a16:creationId xmlns:a16="http://schemas.microsoft.com/office/drawing/2014/main" id="{C2B28C6A-6593-9352-F1AD-F4DD60FDDC58}"/>
              </a:ext>
            </a:extLst>
          </p:cNvPr>
          <p:cNvSpPr>
            <a:spLocks noGrp="1"/>
          </p:cNvSpPr>
          <p:nvPr>
            <p:ph type="body" sz="quarter" idx="18"/>
          </p:nvPr>
        </p:nvSpPr>
        <p:spPr>
          <a:xfrm>
            <a:off x="546100" y="1127125"/>
            <a:ext cx="11094211" cy="295275"/>
          </a:xfrm>
        </p:spPr>
        <p:txBody>
          <a:bodyPr>
            <a:noAutofit/>
          </a:bodyPr>
          <a:lstStyle/>
          <a:p>
            <a:r>
              <a:rPr lang="en-US" dirty="0"/>
              <a:t>H2 Heading </a:t>
            </a:r>
          </a:p>
        </p:txBody>
      </p:sp>
      <p:sp>
        <p:nvSpPr>
          <p:cNvPr id="10" name="Content Placeholder 9">
            <a:extLst>
              <a:ext uri="{FF2B5EF4-FFF2-40B4-BE49-F238E27FC236}">
                <a16:creationId xmlns:a16="http://schemas.microsoft.com/office/drawing/2014/main" id="{3F913357-A944-98DF-5B22-D79AA5673E78}"/>
              </a:ext>
            </a:extLst>
          </p:cNvPr>
          <p:cNvSpPr>
            <a:spLocks noGrp="1"/>
          </p:cNvSpPr>
          <p:nvPr>
            <p:ph sz="quarter" idx="22"/>
          </p:nvPr>
        </p:nvSpPr>
        <p:spPr>
          <a:xfrm>
            <a:off x="546100" y="2425700"/>
            <a:ext cx="9683750" cy="3441700"/>
          </a:xfrm>
        </p:spPr>
        <p:txBody>
          <a:bodyPr>
            <a:noAutofit/>
          </a:bodyPr>
          <a:lstStyle/>
          <a:p>
            <a:r>
              <a:rPr lang="en-US" dirty="0"/>
              <a:t>Preformatted list level 0, Intro in Arial 14pt</a:t>
            </a:r>
          </a:p>
          <a:p>
            <a:pPr marL="279400" lvl="1" indent="-279400">
              <a:lnSpc>
                <a:spcPct val="100000"/>
              </a:lnSpc>
              <a:spcAft>
                <a:spcPts val="800"/>
              </a:spcAft>
              <a:buClr>
                <a:srgbClr val="000000"/>
              </a:buClr>
              <a:buSzPct val="119000"/>
              <a:buFont typeface="Wingdings 3" pitchFamily="2" charset="2"/>
              <a:buChar char=""/>
            </a:pPr>
            <a:r>
              <a:rPr lang="en-US" dirty="0"/>
              <a:t>Preformatted list level 1, Arial 14pt, achieved by using “Increase List Level” button</a:t>
            </a:r>
          </a:p>
          <a:p>
            <a:pPr lvl="2"/>
            <a:r>
              <a:rPr lang="en-US" dirty="0"/>
              <a:t>Preformatted list level Bullet level 2, Arial 14pt, achieved by using “Increase List Level” button</a:t>
            </a:r>
          </a:p>
          <a:p>
            <a:pPr lvl="3"/>
            <a:r>
              <a:rPr lang="en-US" dirty="0"/>
              <a:t>Preformatted list level Bullet level 3, Arial 13pt, achieved by using “Increase List Level” button</a:t>
            </a:r>
          </a:p>
          <a:p>
            <a:pPr lvl="4"/>
            <a:r>
              <a:rPr lang="en-US" dirty="0"/>
              <a:t>Preformatted list level Bullet level 4, Arial 12pt, achieved by using “Increase List Level” button</a:t>
            </a:r>
          </a:p>
          <a:p>
            <a:pPr lvl="5"/>
            <a:r>
              <a:rPr lang="en-US" dirty="0"/>
              <a:t>Preformatted list level Bullet level 5, Arial 12pt, achieved by using “Increase List Level” button</a:t>
            </a:r>
          </a:p>
        </p:txBody>
      </p:sp>
      <p:sp>
        <p:nvSpPr>
          <p:cNvPr id="12" name="Text Placeholder 11">
            <a:extLst>
              <a:ext uri="{FF2B5EF4-FFF2-40B4-BE49-F238E27FC236}">
                <a16:creationId xmlns:a16="http://schemas.microsoft.com/office/drawing/2014/main" id="{98B659A1-AA52-D393-88A2-CE2E2CF0D5DB}"/>
              </a:ext>
            </a:extLst>
          </p:cNvPr>
          <p:cNvSpPr>
            <a:spLocks noGrp="1"/>
          </p:cNvSpPr>
          <p:nvPr>
            <p:ph type="body" sz="quarter" idx="29"/>
          </p:nvPr>
        </p:nvSpPr>
        <p:spPr>
          <a:xfrm>
            <a:off x="546100" y="1849436"/>
            <a:ext cx="9683496" cy="296864"/>
          </a:xfrm>
        </p:spPr>
        <p:txBody>
          <a:bodyPr/>
          <a:lstStyle/>
          <a:p>
            <a:r>
              <a:rPr lang="en-US" dirty="0"/>
              <a:t>H3 Heading</a:t>
            </a:r>
          </a:p>
        </p:txBody>
      </p:sp>
      <p:sp>
        <p:nvSpPr>
          <p:cNvPr id="11" name="Text Placeholder 10">
            <a:extLst>
              <a:ext uri="{FF2B5EF4-FFF2-40B4-BE49-F238E27FC236}">
                <a16:creationId xmlns:a16="http://schemas.microsoft.com/office/drawing/2014/main" id="{4582A340-35A3-C830-B070-91B446DC7DD9}"/>
              </a:ext>
            </a:extLst>
          </p:cNvPr>
          <p:cNvSpPr>
            <a:spLocks noGrp="1"/>
          </p:cNvSpPr>
          <p:nvPr>
            <p:ph type="body" sz="quarter" idx="19"/>
          </p:nvPr>
        </p:nvSpPr>
        <p:spPr/>
        <p:txBody>
          <a:bodyPr/>
          <a:lstStyle/>
          <a:p>
            <a:endParaRPr lang="en-CR"/>
          </a:p>
        </p:txBody>
      </p:sp>
      <p:cxnSp>
        <p:nvCxnSpPr>
          <p:cNvPr id="17" name="Straight Connector 16">
            <a:extLst>
              <a:ext uri="{FF2B5EF4-FFF2-40B4-BE49-F238E27FC236}">
                <a16:creationId xmlns:a16="http://schemas.microsoft.com/office/drawing/2014/main" id="{9305E257-8345-26D9-1E93-F346FDFD13EC}"/>
              </a:ext>
            </a:extLst>
          </p:cNvPr>
          <p:cNvCxnSpPr>
            <a:cxnSpLocks/>
          </p:cNvCxnSpPr>
          <p:nvPr/>
        </p:nvCxnSpPr>
        <p:spPr>
          <a:xfrm>
            <a:off x="554038" y="2271994"/>
            <a:ext cx="9678989" cy="9756"/>
          </a:xfrm>
          <a:prstGeom prst="line">
            <a:avLst/>
          </a:prstGeom>
          <a:ln w="12700">
            <a:solidFill>
              <a:srgbClr val="D7D8D7"/>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811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1CAA01E-6111-8FC8-E8BB-8378E72F9A22}"/>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10</a:t>
            </a:fld>
            <a:endParaRPr lang="en-US"/>
          </a:p>
        </p:txBody>
      </p:sp>
      <p:sp>
        <p:nvSpPr>
          <p:cNvPr id="17" name="Text Placeholder 16">
            <a:extLst>
              <a:ext uri="{FF2B5EF4-FFF2-40B4-BE49-F238E27FC236}">
                <a16:creationId xmlns:a16="http://schemas.microsoft.com/office/drawing/2014/main" id="{BE64BFE5-D509-3EDC-1F1B-FD359CFACA1E}"/>
              </a:ext>
            </a:extLst>
          </p:cNvPr>
          <p:cNvSpPr>
            <a:spLocks noGrp="1"/>
          </p:cNvSpPr>
          <p:nvPr>
            <p:ph type="body" sz="quarter" idx="16"/>
          </p:nvPr>
        </p:nvSpPr>
        <p:spPr>
          <a:xfrm>
            <a:off x="3367088" y="1414463"/>
            <a:ext cx="8270875" cy="4171950"/>
          </a:xfrm>
        </p:spPr>
        <p:txBody>
          <a:bodyPr>
            <a:noAutofit/>
          </a:bodyPr>
          <a:lstStyle/>
          <a:p>
            <a:r>
              <a:rPr lang="en-US" dirty="0"/>
              <a:t>Main quote. </a:t>
            </a:r>
            <a:r>
              <a:rPr lang="en-US" dirty="0" err="1"/>
              <a:t>Velesto</a:t>
            </a:r>
            <a:r>
              <a:rPr lang="en-US" dirty="0"/>
              <a:t> </a:t>
            </a:r>
            <a:r>
              <a:rPr lang="en-US" dirty="0" err="1"/>
              <a:t>reperum</a:t>
            </a:r>
            <a:r>
              <a:rPr lang="en-US" dirty="0"/>
              <a:t>. </a:t>
            </a:r>
            <a:r>
              <a:rPr lang="en-US" dirty="0" err="1"/>
              <a:t>Vident</a:t>
            </a:r>
            <a:r>
              <a:rPr lang="en-US" dirty="0"/>
              <a:t> </a:t>
            </a:r>
            <a:r>
              <a:rPr lang="en-US" dirty="0" err="1"/>
              <a:t>alitatempel</a:t>
            </a:r>
            <a:r>
              <a:rPr lang="en-US" dirty="0"/>
              <a:t> </a:t>
            </a:r>
            <a:r>
              <a:rPr lang="en-US" dirty="0" err="1"/>
              <a:t>iunto</a:t>
            </a:r>
            <a:r>
              <a:rPr lang="en-US" dirty="0"/>
              <a:t> </a:t>
            </a:r>
            <a:r>
              <a:rPr lang="en-US" dirty="0" err="1"/>
              <a:t>blanduciet</a:t>
            </a:r>
            <a:r>
              <a:rPr lang="en-US" dirty="0"/>
              <a:t> </a:t>
            </a:r>
            <a:r>
              <a:rPr lang="en-US" dirty="0" err="1"/>
              <a:t>prempora</a:t>
            </a:r>
            <a:r>
              <a:rPr lang="en-US" dirty="0"/>
              <a:t> </a:t>
            </a:r>
            <a:r>
              <a:rPr lang="en-US" dirty="0" err="1"/>
              <a:t>comnihicia</a:t>
            </a:r>
            <a:r>
              <a:rPr lang="en-US" dirty="0"/>
              <a:t> </a:t>
            </a:r>
            <a:r>
              <a:rPr lang="en-US" dirty="0" err="1"/>
              <a:t>dolorruptae</a:t>
            </a:r>
            <a:r>
              <a:rPr lang="en-US" dirty="0"/>
              <a:t> </a:t>
            </a:r>
            <a:r>
              <a:rPr lang="en-US" dirty="0" err="1"/>
              <a:t>volorum</a:t>
            </a:r>
            <a:r>
              <a:rPr lang="en-US" dirty="0"/>
              <a:t>, </a:t>
            </a:r>
            <a:r>
              <a:rPr lang="en-US" dirty="0" err="1"/>
              <a:t>velectae</a:t>
            </a:r>
            <a:r>
              <a:rPr lang="en-US" dirty="0"/>
              <a:t> dem </a:t>
            </a:r>
            <a:r>
              <a:rPr lang="en-US" dirty="0" err="1"/>
              <a:t>harchil</a:t>
            </a:r>
            <a:r>
              <a:rPr lang="en-US" dirty="0"/>
              <a:t> </a:t>
            </a:r>
            <a:r>
              <a:rPr lang="en-US" dirty="0" err="1"/>
              <a:t>eum</a:t>
            </a:r>
            <a:r>
              <a:rPr lang="en-US" dirty="0"/>
              <a:t> rum lit </a:t>
            </a:r>
            <a:r>
              <a:rPr lang="en-US" dirty="0" err="1"/>
              <a:t>exped</a:t>
            </a:r>
            <a:r>
              <a:rPr lang="en-US" dirty="0"/>
              <a:t> </a:t>
            </a:r>
            <a:r>
              <a:rPr lang="en-US" dirty="0" err="1"/>
              <a:t>iunto</a:t>
            </a:r>
            <a:r>
              <a:rPr lang="en-US" dirty="0"/>
              <a:t> </a:t>
            </a:r>
            <a:r>
              <a:rPr lang="en-US" dirty="0" err="1"/>
              <a:t>blanduciet</a:t>
            </a:r>
            <a:r>
              <a:rPr lang="en-US" dirty="0"/>
              <a:t> </a:t>
            </a:r>
            <a:r>
              <a:rPr lang="en-US" dirty="0" err="1"/>
              <a:t>olupta</a:t>
            </a:r>
            <a:r>
              <a:rPr lang="en-US" dirty="0"/>
              <a:t>.</a:t>
            </a:r>
          </a:p>
          <a:p>
            <a:pPr lvl="1"/>
            <a:r>
              <a:rPr lang="en-US" dirty="0" err="1">
                <a:latin typeface="Arial" panose="020B0604020202020204" pitchFamily="34" charset="0"/>
              </a:rPr>
              <a:t>Firstname</a:t>
            </a:r>
            <a:r>
              <a:rPr lang="en-US" dirty="0">
                <a:latin typeface="Arial" panose="020B0604020202020204" pitchFamily="34" charset="0"/>
              </a:rPr>
              <a:t> </a:t>
            </a:r>
            <a:r>
              <a:rPr lang="en-US" dirty="0" err="1">
                <a:latin typeface="Arial" panose="020B0604020202020204" pitchFamily="34" charset="0"/>
              </a:rPr>
              <a:t>Lastname</a:t>
            </a:r>
            <a:r>
              <a:rPr lang="en-US" dirty="0">
                <a:latin typeface="Arial" panose="020B0604020202020204" pitchFamily="34" charset="0"/>
              </a:rPr>
              <a:t> in Arial, 24pt</a:t>
            </a:r>
          </a:p>
        </p:txBody>
      </p:sp>
    </p:spTree>
    <p:extLst>
      <p:ext uri="{BB962C8B-B14F-4D97-AF65-F5344CB8AC3E}">
        <p14:creationId xmlns:p14="http://schemas.microsoft.com/office/powerpoint/2010/main" val="3821844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05224DA-B69B-517D-0E8D-E8AD9468016F}"/>
              </a:ext>
            </a:extLst>
          </p:cNvPr>
          <p:cNvSpPr>
            <a:spLocks noGrp="1"/>
          </p:cNvSpPr>
          <p:nvPr>
            <p:ph type="body" sz="quarter" idx="21"/>
          </p:nvPr>
        </p:nvSpPr>
        <p:spPr>
          <a:xfrm>
            <a:off x="546100" y="2041525"/>
            <a:ext cx="3310473" cy="564300"/>
          </a:xfrm>
        </p:spPr>
        <p:txBody>
          <a:bodyPr/>
          <a:lstStyle/>
          <a:p>
            <a:r>
              <a:rPr lang="en-US" dirty="0"/>
              <a:t>Comparing and contrasting</a:t>
            </a:r>
          </a:p>
        </p:txBody>
      </p:sp>
      <p:sp>
        <p:nvSpPr>
          <p:cNvPr id="6" name="Content Placeholder 5">
            <a:extLst>
              <a:ext uri="{FF2B5EF4-FFF2-40B4-BE49-F238E27FC236}">
                <a16:creationId xmlns:a16="http://schemas.microsoft.com/office/drawing/2014/main" id="{3C2945E5-FE53-62D9-A71A-B1A938C08213}"/>
              </a:ext>
            </a:extLst>
          </p:cNvPr>
          <p:cNvSpPr>
            <a:spLocks noGrp="1"/>
          </p:cNvSpPr>
          <p:nvPr>
            <p:ph sz="quarter" idx="23"/>
          </p:nvPr>
        </p:nvSpPr>
        <p:spPr>
          <a:xfrm>
            <a:off x="546099" y="2714624"/>
            <a:ext cx="3310473" cy="3152775"/>
          </a:xfrm>
        </p:spPr>
        <p:txBody>
          <a:bodyPr>
            <a:noAutofit/>
          </a:bodyPr>
          <a:lstStyle/>
          <a:p>
            <a:r>
              <a:rPr lang="en-US" dirty="0"/>
              <a:t>H3 Heading</a:t>
            </a:r>
          </a:p>
          <a:p>
            <a:pPr marL="279400" lvl="1" indent="-279400">
              <a:lnSpc>
                <a:spcPct val="100000"/>
              </a:lnSpc>
              <a:spcAft>
                <a:spcPts val="800"/>
              </a:spcAft>
              <a:buClr>
                <a:srgbClr val="000000"/>
              </a:buClr>
              <a:buSzPct val="119000"/>
              <a:buFont typeface="Wingdings 3" pitchFamily="2" charset="2"/>
              <a:buChar char=""/>
            </a:pPr>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p:txBody>
      </p:sp>
      <p:sp>
        <p:nvSpPr>
          <p:cNvPr id="5" name="Content Placeholder 4">
            <a:extLst>
              <a:ext uri="{FF2B5EF4-FFF2-40B4-BE49-F238E27FC236}">
                <a16:creationId xmlns:a16="http://schemas.microsoft.com/office/drawing/2014/main" id="{07D858EF-BD28-0A5D-4EF8-7EAA5F0FCC19}"/>
              </a:ext>
            </a:extLst>
          </p:cNvPr>
          <p:cNvSpPr>
            <a:spLocks noGrp="1"/>
          </p:cNvSpPr>
          <p:nvPr>
            <p:ph sz="quarter" idx="51"/>
          </p:nvPr>
        </p:nvSpPr>
        <p:spPr>
          <a:xfrm>
            <a:off x="4287584" y="2714626"/>
            <a:ext cx="1947672" cy="2727324"/>
          </a:xfrm>
        </p:spPr>
        <p:txBody>
          <a:bodyPr>
            <a:noAutofit/>
          </a:bodyPr>
          <a:lstStyle/>
          <a:p>
            <a:r>
              <a:rPr lang="en-US" dirty="0"/>
              <a:t>Arial 14pt, list level 1</a:t>
            </a:r>
          </a:p>
          <a:p>
            <a:pPr marL="279400" lvl="1" indent="-279400">
              <a:lnSpc>
                <a:spcPct val="100000"/>
              </a:lnSpc>
              <a:spcAft>
                <a:spcPts val="800"/>
              </a:spcAft>
              <a:buClr>
                <a:srgbClr val="FFFFFF"/>
              </a:buClr>
              <a:buSzPct val="119000"/>
              <a:buFont typeface="Wingdings 3" pitchFamily="2" charset="2"/>
              <a:buChar char=""/>
            </a:pPr>
            <a:r>
              <a:rPr lang="en-US" dirty="0"/>
              <a:t>Arial 14pt, list level 2</a:t>
            </a:r>
          </a:p>
          <a:p>
            <a:pPr lvl="2"/>
            <a:r>
              <a:rPr lang="en-US" dirty="0"/>
              <a:t>Bulleted list, Arial 14pt, list level 3</a:t>
            </a:r>
          </a:p>
        </p:txBody>
      </p:sp>
      <p:sp>
        <p:nvSpPr>
          <p:cNvPr id="4" name="Content Placeholder 3">
            <a:extLst>
              <a:ext uri="{FF2B5EF4-FFF2-40B4-BE49-F238E27FC236}">
                <a16:creationId xmlns:a16="http://schemas.microsoft.com/office/drawing/2014/main" id="{77844783-D8EC-B4FB-6012-FDAEBAB51B69}"/>
              </a:ext>
            </a:extLst>
          </p:cNvPr>
          <p:cNvSpPr>
            <a:spLocks noGrp="1"/>
          </p:cNvSpPr>
          <p:nvPr>
            <p:ph sz="quarter" idx="52"/>
          </p:nvPr>
        </p:nvSpPr>
        <p:spPr>
          <a:xfrm>
            <a:off x="6988240" y="2714625"/>
            <a:ext cx="1947672" cy="2727325"/>
          </a:xfrm>
        </p:spPr>
        <p:txBody>
          <a:bodyPr>
            <a:noAutofit/>
          </a:bodyPr>
          <a:lstStyle/>
          <a:p>
            <a:r>
              <a:rPr lang="en-US" dirty="0"/>
              <a:t>Detail 2</a:t>
            </a:r>
          </a:p>
          <a:p>
            <a:pPr marL="279400" lvl="1" indent="-279400">
              <a:lnSpc>
                <a:spcPct val="100000"/>
              </a:lnSpc>
              <a:spcAft>
                <a:spcPts val="800"/>
              </a:spcAft>
              <a:buClr>
                <a:srgbClr val="FFFFFF"/>
              </a:buClr>
              <a:buSzPct val="119000"/>
              <a:buFont typeface="Wingdings 3" pitchFamily="2" charset="2"/>
              <a:buChar char=""/>
            </a:pPr>
            <a:r>
              <a:rPr lang="en-US" dirty="0"/>
              <a:t>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endParaRPr lang="en-US" dirty="0"/>
          </a:p>
          <a:p>
            <a:pPr lvl="2"/>
            <a:r>
              <a:rPr lang="en-US" dirty="0" err="1"/>
              <a:t>Cae</a:t>
            </a:r>
            <a:r>
              <a:rPr lang="en-US" dirty="0"/>
              <a:t> </a:t>
            </a:r>
            <a:r>
              <a:rPr lang="en-US" dirty="0" err="1"/>
              <a:t>velit</a:t>
            </a:r>
            <a:r>
              <a:rPr lang="en-US" dirty="0"/>
              <a:t> </a:t>
            </a:r>
            <a:r>
              <a:rPr lang="en-US" dirty="0" err="1"/>
              <a:t>licatem</a:t>
            </a:r>
            <a:r>
              <a:rPr lang="en-US" dirty="0"/>
              <a:t> </a:t>
            </a:r>
            <a:r>
              <a:rPr lang="en-US" dirty="0" err="1"/>
              <a:t>uga</a:t>
            </a:r>
            <a:endParaRPr lang="en-US" dirty="0"/>
          </a:p>
          <a:p>
            <a:pPr lvl="2"/>
            <a:r>
              <a:rPr lang="en-US" dirty="0" err="1"/>
              <a:t>Nemquosam</a:t>
            </a:r>
            <a:r>
              <a:rPr lang="en-US" dirty="0"/>
              <a:t> id </a:t>
            </a:r>
            <a:r>
              <a:rPr lang="en-US" dirty="0" err="1"/>
              <a:t>quia</a:t>
            </a:r>
            <a:r>
              <a:rPr lang="en-US" dirty="0"/>
              <a:t> </a:t>
            </a:r>
            <a:r>
              <a:rPr lang="en-US" dirty="0" err="1"/>
              <a:t>nonsecu</a:t>
            </a:r>
            <a:r>
              <a:rPr lang="en-US" dirty="0"/>
              <a:t> </a:t>
            </a:r>
            <a:r>
              <a:rPr lang="en-US" dirty="0" err="1"/>
              <a:t>llatinis</a:t>
            </a:r>
            <a:endParaRPr lang="en-US" dirty="0"/>
          </a:p>
        </p:txBody>
      </p:sp>
      <p:sp>
        <p:nvSpPr>
          <p:cNvPr id="29" name="Content Placeholder 28">
            <a:extLst>
              <a:ext uri="{FF2B5EF4-FFF2-40B4-BE49-F238E27FC236}">
                <a16:creationId xmlns:a16="http://schemas.microsoft.com/office/drawing/2014/main" id="{3B9064D2-14FB-7AB0-E68F-6F528968188B}"/>
              </a:ext>
            </a:extLst>
          </p:cNvPr>
          <p:cNvSpPr>
            <a:spLocks noGrp="1"/>
          </p:cNvSpPr>
          <p:nvPr>
            <p:ph sz="quarter" idx="53"/>
          </p:nvPr>
        </p:nvSpPr>
        <p:spPr>
          <a:xfrm>
            <a:off x="9694862" y="2714625"/>
            <a:ext cx="1943101" cy="2727325"/>
          </a:xfrm>
        </p:spPr>
        <p:txBody>
          <a:bodyPr>
            <a:noAutofit/>
          </a:bodyPr>
          <a:lstStyle/>
          <a:p>
            <a:r>
              <a:rPr lang="en-US" dirty="0"/>
              <a:t>Detail 3</a:t>
            </a:r>
          </a:p>
          <a:p>
            <a:pPr marL="279400" lvl="1" indent="-279400">
              <a:lnSpc>
                <a:spcPct val="100000"/>
              </a:lnSpc>
              <a:spcAft>
                <a:spcPts val="800"/>
              </a:spcAft>
              <a:buClr>
                <a:srgbClr val="000000"/>
              </a:buClr>
              <a:buSzPct val="119000"/>
              <a:buFont typeface="Wingdings 3" pitchFamily="2" charset="2"/>
              <a:buChar char=""/>
            </a:pPr>
            <a:r>
              <a:rPr lang="en-US" dirty="0" err="1"/>
              <a:t>Musaperem</a:t>
            </a:r>
            <a:r>
              <a:rPr lang="en-US" dirty="0"/>
              <a:t> </a:t>
            </a:r>
            <a:r>
              <a:rPr lang="en-US" dirty="0" err="1"/>
              <a:t>adit</a:t>
            </a:r>
            <a:r>
              <a:rPr lang="en-US" dirty="0"/>
              <a:t> </a:t>
            </a:r>
            <a:r>
              <a:rPr lang="en-US" dirty="0" err="1"/>
              <a:t>alis</a:t>
            </a:r>
            <a:r>
              <a:rPr lang="en-US" dirty="0"/>
              <a:t> </a:t>
            </a:r>
            <a:r>
              <a:rPr lang="en-US" dirty="0" err="1"/>
              <a:t>consequam</a:t>
            </a:r>
            <a:r>
              <a:rPr lang="en-US" dirty="0"/>
              <a:t> que </a:t>
            </a:r>
            <a:r>
              <a:rPr lang="en-US" dirty="0" err="1"/>
              <a:t>eaqui</a:t>
            </a:r>
            <a:r>
              <a:rPr lang="en-US" dirty="0"/>
              <a:t> </a:t>
            </a:r>
            <a:r>
              <a:rPr lang="en-US" dirty="0" err="1"/>
              <a:t>omnimendae</a:t>
            </a:r>
            <a:r>
              <a:rPr lang="en-US" dirty="0"/>
              <a:t> </a:t>
            </a:r>
            <a:r>
              <a:rPr lang="en-US" dirty="0" err="1"/>
              <a:t>volorio</a:t>
            </a:r>
            <a:r>
              <a:rPr lang="en-US" dirty="0"/>
              <a:t> </a:t>
            </a:r>
            <a:r>
              <a:rPr lang="en-US" dirty="0" err="1"/>
              <a:t>nectiun</a:t>
            </a:r>
            <a:r>
              <a:rPr lang="en-US" dirty="0"/>
              <a:t> </a:t>
            </a:r>
            <a:r>
              <a:rPr lang="en-US" dirty="0" err="1"/>
              <a:t>totatur</a:t>
            </a:r>
            <a:endParaRPr lang="en-US" dirty="0"/>
          </a:p>
          <a:p>
            <a:pPr lvl="2"/>
            <a:r>
              <a:rPr lang="en-US" dirty="0" err="1"/>
              <a:t>Unt</a:t>
            </a:r>
            <a:r>
              <a:rPr lang="en-US" dirty="0"/>
              <a:t> </a:t>
            </a:r>
            <a:r>
              <a:rPr lang="en-US" dirty="0" err="1"/>
              <a:t>lautatias</a:t>
            </a:r>
            <a:r>
              <a:rPr lang="en-US" dirty="0"/>
              <a:t> </a:t>
            </a:r>
            <a:r>
              <a:rPr lang="en-US" dirty="0" err="1"/>
              <a:t>nonsedis</a:t>
            </a:r>
            <a:r>
              <a:rPr lang="en-US" dirty="0"/>
              <a:t> et </a:t>
            </a:r>
            <a:r>
              <a:rPr lang="en-US" dirty="0" err="1"/>
              <a:t>aditisque</a:t>
            </a:r>
            <a:r>
              <a:rPr lang="en-US" dirty="0"/>
              <a:t> </a:t>
            </a:r>
            <a:r>
              <a:rPr lang="en-US" dirty="0" err="1"/>
              <a:t>molorehent</a:t>
            </a:r>
            <a:r>
              <a:rPr lang="en-US" dirty="0"/>
              <a:t> </a:t>
            </a:r>
            <a:r>
              <a:rPr lang="en-US" dirty="0" err="1"/>
              <a:t>doloribus</a:t>
            </a:r>
            <a:r>
              <a:rPr lang="en-US" dirty="0"/>
              <a:t> </a:t>
            </a:r>
            <a:r>
              <a:rPr lang="en-US" dirty="0" err="1"/>
              <a:t>denian</a:t>
            </a:r>
            <a:endParaRPr lang="en-US" dirty="0"/>
          </a:p>
        </p:txBody>
      </p:sp>
      <p:sp>
        <p:nvSpPr>
          <p:cNvPr id="44" name="Slide Number Placeholder 8">
            <a:extLst>
              <a:ext uri="{FF2B5EF4-FFF2-40B4-BE49-F238E27FC236}">
                <a16:creationId xmlns:a16="http://schemas.microsoft.com/office/drawing/2014/main" id="{59ECAA82-7ED2-E54F-296B-2719C0BF2E82}"/>
              </a:ext>
            </a:extLst>
          </p:cNvPr>
          <p:cNvSpPr>
            <a:spLocks noGrp="1"/>
          </p:cNvSpPr>
          <p:nvPr>
            <p:ph type="sldNum" sz="quarter" idx="12"/>
          </p:nvPr>
        </p:nvSpPr>
        <p:spPr>
          <a:xfrm>
            <a:off x="10428288" y="6311900"/>
            <a:ext cx="1209674" cy="269875"/>
          </a:xfrm>
        </p:spPr>
        <p:txBody>
          <a:bodyPr/>
          <a:lstStyle>
            <a:lvl1pPr>
              <a:defRPr>
                <a:solidFill>
                  <a:schemeClr val="tx1"/>
                </a:solidFill>
              </a:defRPr>
            </a:lvl1pPr>
          </a:lstStyle>
          <a:p>
            <a:fld id="{862A5111-985B-C14D-9115-5787026182A8}" type="slidenum">
              <a:rPr lang="en-US" smtClean="0"/>
              <a:pPr/>
              <a:t>11</a:t>
            </a:fld>
            <a:endParaRPr lang="en-US"/>
          </a:p>
        </p:txBody>
      </p:sp>
      <p:sp>
        <p:nvSpPr>
          <p:cNvPr id="28" name="Title 27">
            <a:extLst>
              <a:ext uri="{FF2B5EF4-FFF2-40B4-BE49-F238E27FC236}">
                <a16:creationId xmlns:a16="http://schemas.microsoft.com/office/drawing/2014/main" id="{F7479CA4-9390-E29D-AD42-D3C0AE5CBE44}"/>
              </a:ext>
            </a:extLst>
          </p:cNvPr>
          <p:cNvSpPr>
            <a:spLocks noGrp="1"/>
          </p:cNvSpPr>
          <p:nvPr>
            <p:ph type="title"/>
          </p:nvPr>
        </p:nvSpPr>
        <p:spPr>
          <a:xfrm>
            <a:off x="546100" y="552450"/>
            <a:ext cx="3300984" cy="1426604"/>
          </a:xfrm>
        </p:spPr>
        <p:txBody>
          <a:bodyPr/>
          <a:lstStyle/>
          <a:p>
            <a:r>
              <a:rPr lang="en-US" dirty="0"/>
              <a:t>Feature content. Click to edit slide.</a:t>
            </a:r>
          </a:p>
        </p:txBody>
      </p:sp>
      <p:sp>
        <p:nvSpPr>
          <p:cNvPr id="15" name="Text Placeholder 14">
            <a:extLst>
              <a:ext uri="{FF2B5EF4-FFF2-40B4-BE49-F238E27FC236}">
                <a16:creationId xmlns:a16="http://schemas.microsoft.com/office/drawing/2014/main" id="{4E03FD77-B4F7-0DC4-0EA7-72E521923425}"/>
              </a:ext>
            </a:extLst>
          </p:cNvPr>
          <p:cNvSpPr>
            <a:spLocks noGrp="1"/>
          </p:cNvSpPr>
          <p:nvPr>
            <p:ph type="body" sz="quarter" idx="19"/>
          </p:nvPr>
        </p:nvSpPr>
        <p:spPr/>
        <p:txBody>
          <a:bodyPr/>
          <a:lstStyle/>
          <a:p>
            <a:endParaRPr lang="en-US"/>
          </a:p>
        </p:txBody>
      </p:sp>
      <p:pic>
        <p:nvPicPr>
          <p:cNvPr id="3" name="Picture 2">
            <a:extLst>
              <a:ext uri="{FF2B5EF4-FFF2-40B4-BE49-F238E27FC236}">
                <a16:creationId xmlns:a16="http://schemas.microsoft.com/office/drawing/2014/main" id="{8AE506A5-8DDD-C5E5-3875-19ADA0B373BB}"/>
              </a:ext>
            </a:extLst>
          </p:cNvPr>
          <p:cNvPicPr>
            <a:picLocks noChangeAspect="1"/>
          </p:cNvPicPr>
          <p:nvPr/>
        </p:nvPicPr>
        <p:blipFill>
          <a:blip r:embed="rId2" cstate="screen">
            <a:lum bright="100000"/>
            <a:extLst>
              <a:ext uri="{28A0092B-C50C-407E-A947-70E740481C1C}">
                <a14:useLocalDpi xmlns:a14="http://schemas.microsoft.com/office/drawing/2010/main"/>
              </a:ext>
            </a:extLst>
          </a:blip>
          <a:stretch>
            <a:fillRect/>
          </a:stretch>
        </p:blipFill>
        <p:spPr>
          <a:xfrm>
            <a:off x="4287584" y="1914805"/>
            <a:ext cx="635000" cy="635000"/>
          </a:xfrm>
          <a:prstGeom prst="rect">
            <a:avLst/>
          </a:prstGeom>
        </p:spPr>
      </p:pic>
      <p:pic>
        <p:nvPicPr>
          <p:cNvPr id="8" name="Picture 7">
            <a:extLst>
              <a:ext uri="{FF2B5EF4-FFF2-40B4-BE49-F238E27FC236}">
                <a16:creationId xmlns:a16="http://schemas.microsoft.com/office/drawing/2014/main" id="{CF5962A4-F9F7-6FCF-BC9F-2E5D98441512}"/>
              </a:ext>
            </a:extLst>
          </p:cNvPr>
          <p:cNvPicPr>
            <a:picLocks noChangeAspect="1"/>
          </p:cNvPicPr>
          <p:nvPr/>
        </p:nvPicPr>
        <p:blipFill>
          <a:blip r:embed="rId3" cstate="screen">
            <a:lum bright="100000"/>
            <a:extLst>
              <a:ext uri="{28A0092B-C50C-407E-A947-70E740481C1C}">
                <a14:useLocalDpi xmlns:a14="http://schemas.microsoft.com/office/drawing/2010/main"/>
              </a:ext>
            </a:extLst>
          </a:blip>
          <a:stretch>
            <a:fillRect/>
          </a:stretch>
        </p:blipFill>
        <p:spPr>
          <a:xfrm>
            <a:off x="6988240" y="1914805"/>
            <a:ext cx="635000" cy="635000"/>
          </a:xfrm>
          <a:prstGeom prst="rect">
            <a:avLst/>
          </a:prstGeom>
        </p:spPr>
      </p:pic>
      <p:pic>
        <p:nvPicPr>
          <p:cNvPr id="10" name="Picture 9">
            <a:extLst>
              <a:ext uri="{FF2B5EF4-FFF2-40B4-BE49-F238E27FC236}">
                <a16:creationId xmlns:a16="http://schemas.microsoft.com/office/drawing/2014/main" id="{2B38D600-41FB-011F-2A1D-63C9D853E42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94862" y="1914805"/>
            <a:ext cx="635000" cy="635000"/>
          </a:xfrm>
          <a:prstGeom prst="rect">
            <a:avLst/>
          </a:prstGeom>
        </p:spPr>
      </p:pic>
    </p:spTree>
    <p:extLst>
      <p:ext uri="{BB962C8B-B14F-4D97-AF65-F5344CB8AC3E}">
        <p14:creationId xmlns:p14="http://schemas.microsoft.com/office/powerpoint/2010/main" val="4196441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6">
            <a:extLst>
              <a:ext uri="{FF2B5EF4-FFF2-40B4-BE49-F238E27FC236}">
                <a16:creationId xmlns:a16="http://schemas.microsoft.com/office/drawing/2014/main" id="{7238D6DF-6217-18EF-FE9B-20C01FABC732}"/>
              </a:ext>
            </a:extLst>
          </p:cNvPr>
          <p:cNvPicPr>
            <a:picLocks noGrp="1" noChangeAspect="1"/>
          </p:cNvPicPr>
          <p:nvPr>
            <p:ph type="pic" sz="quarter" idx="13"/>
          </p:nvPr>
        </p:nvPicPr>
        <p:blipFill>
          <a:blip r:embed="rId2"/>
          <a:srcRect l="20820" r="20820"/>
          <a:stretch/>
        </p:blipFill>
        <p:spPr>
          <a:xfrm>
            <a:off x="6194424" y="0"/>
            <a:ext cx="5997575" cy="6858000"/>
          </a:xfrm>
        </p:spPr>
      </p:pic>
      <p:sp>
        <p:nvSpPr>
          <p:cNvPr id="3" name="Slide Number Placeholder 2">
            <a:extLst>
              <a:ext uri="{FF2B5EF4-FFF2-40B4-BE49-F238E27FC236}">
                <a16:creationId xmlns:a16="http://schemas.microsoft.com/office/drawing/2014/main" id="{17CD7BE6-3597-547C-7F07-2F9C64CB73D2}"/>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12</a:t>
            </a:fld>
            <a:endParaRPr lang="en-US"/>
          </a:p>
        </p:txBody>
      </p:sp>
      <p:sp>
        <p:nvSpPr>
          <p:cNvPr id="18" name="Title 17">
            <a:extLst>
              <a:ext uri="{FF2B5EF4-FFF2-40B4-BE49-F238E27FC236}">
                <a16:creationId xmlns:a16="http://schemas.microsoft.com/office/drawing/2014/main" id="{702D2874-A322-6E0A-D23A-76E4B5235C92}"/>
              </a:ext>
            </a:extLst>
          </p:cNvPr>
          <p:cNvSpPr>
            <a:spLocks noGrp="1"/>
          </p:cNvSpPr>
          <p:nvPr>
            <p:ph type="title"/>
          </p:nvPr>
        </p:nvSpPr>
        <p:spPr>
          <a:xfrm>
            <a:off x="546100" y="552450"/>
            <a:ext cx="5444329" cy="434975"/>
          </a:xfrm>
        </p:spPr>
        <p:txBody>
          <a:bodyPr/>
          <a:lstStyle/>
          <a:p>
            <a:r>
              <a:rPr lang="en-US" dirty="0"/>
              <a:t>Photo layout</a:t>
            </a:r>
          </a:p>
        </p:txBody>
      </p:sp>
      <p:sp>
        <p:nvSpPr>
          <p:cNvPr id="19" name="Text Placeholder 18">
            <a:extLst>
              <a:ext uri="{FF2B5EF4-FFF2-40B4-BE49-F238E27FC236}">
                <a16:creationId xmlns:a16="http://schemas.microsoft.com/office/drawing/2014/main" id="{8C6FFABF-A17B-9F88-C8E3-99861C92BBF5}"/>
              </a:ext>
            </a:extLst>
          </p:cNvPr>
          <p:cNvSpPr>
            <a:spLocks noGrp="1"/>
          </p:cNvSpPr>
          <p:nvPr>
            <p:ph type="body" sz="quarter" idx="23"/>
          </p:nvPr>
        </p:nvSpPr>
        <p:spPr>
          <a:xfrm>
            <a:off x="546100" y="1127125"/>
            <a:ext cx="5445125" cy="292607"/>
          </a:xfrm>
        </p:spPr>
        <p:txBody>
          <a:bodyPr/>
          <a:lstStyle/>
          <a:p>
            <a:r>
              <a:rPr lang="en-US" dirty="0"/>
              <a:t>1:1 </a:t>
            </a:r>
          </a:p>
        </p:txBody>
      </p:sp>
      <p:sp>
        <p:nvSpPr>
          <p:cNvPr id="20" name="Content Placeholder 19">
            <a:extLst>
              <a:ext uri="{FF2B5EF4-FFF2-40B4-BE49-F238E27FC236}">
                <a16:creationId xmlns:a16="http://schemas.microsoft.com/office/drawing/2014/main" id="{E418686C-B0AB-DA44-810C-852043B937B6}"/>
              </a:ext>
            </a:extLst>
          </p:cNvPr>
          <p:cNvSpPr>
            <a:spLocks noGrp="1"/>
          </p:cNvSpPr>
          <p:nvPr>
            <p:ph sz="quarter" idx="27"/>
          </p:nvPr>
        </p:nvSpPr>
        <p:spPr>
          <a:xfrm>
            <a:off x="546892" y="2425700"/>
            <a:ext cx="5444333" cy="3441700"/>
          </a:xfrm>
        </p:spPr>
        <p:txBody>
          <a:bodyPr>
            <a:noAutofit/>
          </a:bodyPr>
          <a:lstStyle/>
          <a:p>
            <a:r>
              <a:rPr lang="en-US" dirty="0"/>
              <a:t>Intro Paragraph. </a:t>
            </a:r>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repero</a:t>
            </a:r>
            <a:r>
              <a:rPr lang="en-US" dirty="0"/>
              <a:t> beatus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a:t>
            </a:r>
          </a:p>
          <a:p>
            <a:pPr marL="279400" lvl="1" indent="-279400">
              <a:lnSpc>
                <a:spcPct val="100000"/>
              </a:lnSpc>
              <a:spcAft>
                <a:spcPts val="800"/>
              </a:spcAft>
              <a:buClr>
                <a:srgbClr val="000000"/>
              </a:buClr>
              <a:buSzPct val="119000"/>
              <a:buFont typeface="Wingdings 3" pitchFamily="2" charset="2"/>
              <a:buChar char=""/>
            </a:pPr>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marL="279400" lvl="1" indent="-279400">
              <a:lnSpc>
                <a:spcPct val="100000"/>
              </a:lnSpc>
              <a:spcAft>
                <a:spcPts val="800"/>
              </a:spcAft>
              <a:buClr>
                <a:srgbClr val="000000"/>
              </a:buClr>
              <a:buSzPct val="119000"/>
              <a:buFont typeface="Wingdings 3" pitchFamily="2" charset="2"/>
              <a:buChar char=""/>
            </a:pPr>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a:t>
            </a:r>
            <a:r>
              <a:rPr lang="en-US" dirty="0"/>
              <a:t>.</a:t>
            </a:r>
          </a:p>
          <a:p>
            <a:endParaRPr lang="en-US" dirty="0"/>
          </a:p>
        </p:txBody>
      </p:sp>
      <p:sp>
        <p:nvSpPr>
          <p:cNvPr id="8" name="Text Placeholder 7">
            <a:extLst>
              <a:ext uri="{FF2B5EF4-FFF2-40B4-BE49-F238E27FC236}">
                <a16:creationId xmlns:a16="http://schemas.microsoft.com/office/drawing/2014/main" id="{79DF90FC-2845-0443-DB0B-136E9BE78E2B}"/>
              </a:ext>
            </a:extLst>
          </p:cNvPr>
          <p:cNvSpPr>
            <a:spLocks noGrp="1"/>
          </p:cNvSpPr>
          <p:nvPr>
            <p:ph type="body" sz="quarter" idx="29"/>
          </p:nvPr>
        </p:nvSpPr>
        <p:spPr>
          <a:xfrm>
            <a:off x="546893" y="1849437"/>
            <a:ext cx="5444332" cy="296861"/>
          </a:xfrm>
        </p:spPr>
        <p:txBody>
          <a:bodyPr/>
          <a:lstStyle/>
          <a:p>
            <a:r>
              <a:rPr lang="en-US" dirty="0" err="1"/>
              <a:t>Vident</a:t>
            </a:r>
            <a:r>
              <a:rPr lang="en-US" dirty="0"/>
              <a:t> </a:t>
            </a:r>
            <a:r>
              <a:rPr lang="en-US" dirty="0" err="1"/>
              <a:t>alitatempel</a:t>
            </a:r>
            <a:r>
              <a:rPr lang="en-US" dirty="0"/>
              <a:t> </a:t>
            </a:r>
            <a:r>
              <a:rPr lang="en-US" dirty="0" err="1"/>
              <a:t>iunto</a:t>
            </a:r>
            <a:r>
              <a:rPr lang="en-US" dirty="0"/>
              <a:t> </a:t>
            </a:r>
            <a:r>
              <a:rPr lang="en-US" dirty="0" err="1"/>
              <a:t>blanduciet</a:t>
            </a:r>
            <a:endParaRPr lang="en-US" dirty="0"/>
          </a:p>
        </p:txBody>
      </p:sp>
      <p:sp>
        <p:nvSpPr>
          <p:cNvPr id="11" name="Text Placeholder 10">
            <a:extLst>
              <a:ext uri="{FF2B5EF4-FFF2-40B4-BE49-F238E27FC236}">
                <a16:creationId xmlns:a16="http://schemas.microsoft.com/office/drawing/2014/main" id="{1B2E1812-B14C-9004-47D3-F22E2E433CCF}"/>
              </a:ext>
            </a:extLst>
          </p:cNvPr>
          <p:cNvSpPr>
            <a:spLocks noGrp="1"/>
          </p:cNvSpPr>
          <p:nvPr>
            <p:ph type="body" sz="quarter" idx="19"/>
          </p:nvPr>
        </p:nvSpPr>
        <p:spPr/>
        <p:txBody>
          <a:bodyPr/>
          <a:lstStyle/>
          <a:p>
            <a:endParaRPr lang="en-CR"/>
          </a:p>
        </p:txBody>
      </p:sp>
    </p:spTree>
    <p:extLst>
      <p:ext uri="{BB962C8B-B14F-4D97-AF65-F5344CB8AC3E}">
        <p14:creationId xmlns:p14="http://schemas.microsoft.com/office/powerpoint/2010/main" val="1010219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Placeholder 64">
            <a:extLst>
              <a:ext uri="{FF2B5EF4-FFF2-40B4-BE49-F238E27FC236}">
                <a16:creationId xmlns:a16="http://schemas.microsoft.com/office/drawing/2014/main" id="{E2D5AC57-7E85-C224-2A9C-6FE044F4D479}"/>
              </a:ext>
            </a:extLst>
          </p:cNvPr>
          <p:cNvPicPr>
            <a:picLocks noGrp="1" noChangeAspect="1"/>
          </p:cNvPicPr>
          <p:nvPr>
            <p:ph type="pic" sz="quarter" idx="13"/>
          </p:nvPr>
        </p:nvPicPr>
        <p:blipFill>
          <a:blip r:embed="rId2" cstate="print">
            <a:extLst>
              <a:ext uri="{28A0092B-C50C-407E-A947-70E740481C1C}">
                <a14:useLocalDpi xmlns:a14="http://schemas.microsoft.com/office/drawing/2010/main"/>
              </a:ext>
            </a:extLst>
          </a:blip>
          <a:srcRect l="25" r="25"/>
          <a:stretch/>
        </p:blipFill>
        <p:spPr>
          <a:xfrm>
            <a:off x="8142973" y="0"/>
            <a:ext cx="2029968" cy="6167438"/>
          </a:xfrm>
        </p:spPr>
      </p:pic>
      <p:sp>
        <p:nvSpPr>
          <p:cNvPr id="6" name="Slide Number Placeholder 5">
            <a:extLst>
              <a:ext uri="{FF2B5EF4-FFF2-40B4-BE49-F238E27FC236}">
                <a16:creationId xmlns:a16="http://schemas.microsoft.com/office/drawing/2014/main" id="{EB0D7CF0-7965-B595-B1E9-3F7C75FF09FB}"/>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13</a:t>
            </a:fld>
            <a:endParaRPr lang="en-US"/>
          </a:p>
        </p:txBody>
      </p:sp>
      <p:pic>
        <p:nvPicPr>
          <p:cNvPr id="66" name="Picture Placeholder 65">
            <a:extLst>
              <a:ext uri="{FF2B5EF4-FFF2-40B4-BE49-F238E27FC236}">
                <a16:creationId xmlns:a16="http://schemas.microsoft.com/office/drawing/2014/main" id="{6E832DF6-E317-FE2C-9694-808D5A65A8A8}"/>
              </a:ext>
            </a:extLst>
          </p:cNvPr>
          <p:cNvPicPr>
            <a:picLocks noGrp="1" noChangeAspect="1"/>
          </p:cNvPicPr>
          <p:nvPr>
            <p:ph type="pic" sz="quarter" idx="14"/>
          </p:nvPr>
        </p:nvPicPr>
        <p:blipFill>
          <a:blip r:embed="rId3" cstate="print">
            <a:extLst>
              <a:ext uri="{28A0092B-C50C-407E-A947-70E740481C1C}">
                <a14:useLocalDpi xmlns:a14="http://schemas.microsoft.com/office/drawing/2010/main"/>
              </a:ext>
            </a:extLst>
          </a:blip>
          <a:srcRect l="38" r="38"/>
          <a:stretch/>
        </p:blipFill>
        <p:spPr>
          <a:xfrm>
            <a:off x="10162032" y="0"/>
            <a:ext cx="2029968" cy="3984625"/>
          </a:xfrm>
        </p:spPr>
      </p:pic>
      <p:sp>
        <p:nvSpPr>
          <p:cNvPr id="3" name="Title 2">
            <a:extLst>
              <a:ext uri="{FF2B5EF4-FFF2-40B4-BE49-F238E27FC236}">
                <a16:creationId xmlns:a16="http://schemas.microsoft.com/office/drawing/2014/main" id="{6E3D041D-D752-5767-1F9E-F7F441BCF29F}"/>
              </a:ext>
            </a:extLst>
          </p:cNvPr>
          <p:cNvSpPr>
            <a:spLocks noGrp="1"/>
          </p:cNvSpPr>
          <p:nvPr>
            <p:ph type="title"/>
          </p:nvPr>
        </p:nvSpPr>
        <p:spPr>
          <a:xfrm>
            <a:off x="546100" y="552450"/>
            <a:ext cx="6851651" cy="434975"/>
          </a:xfrm>
        </p:spPr>
        <p:txBody>
          <a:bodyPr/>
          <a:lstStyle/>
          <a:p>
            <a:r>
              <a:rPr lang="en-US"/>
              <a:t>Dynamic slices</a:t>
            </a:r>
          </a:p>
        </p:txBody>
      </p:sp>
      <p:sp>
        <p:nvSpPr>
          <p:cNvPr id="4" name="Text Placeholder 3">
            <a:extLst>
              <a:ext uri="{FF2B5EF4-FFF2-40B4-BE49-F238E27FC236}">
                <a16:creationId xmlns:a16="http://schemas.microsoft.com/office/drawing/2014/main" id="{A426159E-C684-162D-AFCA-5E8942C20887}"/>
              </a:ext>
            </a:extLst>
          </p:cNvPr>
          <p:cNvSpPr>
            <a:spLocks noGrp="1"/>
          </p:cNvSpPr>
          <p:nvPr>
            <p:ph type="body" sz="quarter" idx="23"/>
          </p:nvPr>
        </p:nvSpPr>
        <p:spPr>
          <a:xfrm>
            <a:off x="546100" y="1127125"/>
            <a:ext cx="6853046" cy="292607"/>
          </a:xfrm>
        </p:spPr>
        <p:txBody>
          <a:bodyPr/>
          <a:lstStyle/>
          <a:p>
            <a:r>
              <a:rPr lang="en-US" dirty="0"/>
              <a:t>Light layout featuring split images</a:t>
            </a:r>
          </a:p>
        </p:txBody>
      </p:sp>
      <p:sp>
        <p:nvSpPr>
          <p:cNvPr id="5" name="Content Placeholder 4">
            <a:extLst>
              <a:ext uri="{FF2B5EF4-FFF2-40B4-BE49-F238E27FC236}">
                <a16:creationId xmlns:a16="http://schemas.microsoft.com/office/drawing/2014/main" id="{4928DEFF-B9F6-D029-39D3-F0EE0CA6F473}"/>
              </a:ext>
            </a:extLst>
          </p:cNvPr>
          <p:cNvSpPr>
            <a:spLocks noGrp="1"/>
          </p:cNvSpPr>
          <p:nvPr>
            <p:ph sz="quarter" idx="27"/>
          </p:nvPr>
        </p:nvSpPr>
        <p:spPr>
          <a:xfrm>
            <a:off x="546894" y="2425700"/>
            <a:ext cx="6850856" cy="3441700"/>
          </a:xfrm>
        </p:spPr>
        <p:txBody>
          <a:bodyPr>
            <a:noAutofit/>
          </a:bodyPr>
          <a:lstStyle/>
          <a:p>
            <a:r>
              <a:rPr lang="en-US" dirty="0"/>
              <a:t>Intro Paragraph. </a:t>
            </a:r>
            <a:r>
              <a:rPr lang="en-US" dirty="0" err="1"/>
              <a:t>Essint</a:t>
            </a:r>
            <a:r>
              <a:rPr lang="en-US" dirty="0"/>
              <a:t> ex et </a:t>
            </a:r>
            <a:r>
              <a:rPr lang="en-US" dirty="0" err="1"/>
              <a:t>aut</a:t>
            </a:r>
            <a:r>
              <a:rPr lang="en-US" dirty="0"/>
              <a:t> </a:t>
            </a:r>
            <a:r>
              <a:rPr lang="en-US" dirty="0" err="1"/>
              <a:t>ea</a:t>
            </a:r>
            <a:r>
              <a:rPr lang="en-US" dirty="0"/>
              <a:t> nim re ped </a:t>
            </a:r>
            <a:r>
              <a:rPr lang="en-US" dirty="0" err="1"/>
              <a:t>utemporibus</a:t>
            </a:r>
            <a:r>
              <a:rPr lang="en-US" dirty="0"/>
              <a:t>, </a:t>
            </a:r>
            <a:r>
              <a:rPr lang="en-US" dirty="0" err="1"/>
              <a:t>repero</a:t>
            </a:r>
            <a:r>
              <a:rPr lang="en-US" dirty="0"/>
              <a:t> beatus </a:t>
            </a:r>
            <a:r>
              <a:rPr lang="en-US" dirty="0" err="1"/>
              <a:t>simendestrum</a:t>
            </a:r>
            <a:r>
              <a:rPr lang="en-US" dirty="0"/>
              <a:t> alit </a:t>
            </a:r>
            <a:r>
              <a:rPr lang="en-US" dirty="0" err="1"/>
              <a:t>esto</a:t>
            </a:r>
            <a:r>
              <a:rPr lang="en-US" dirty="0"/>
              <a:t> </a:t>
            </a:r>
            <a:r>
              <a:rPr lang="en-US" dirty="0" err="1"/>
              <a:t>temque</a:t>
            </a:r>
            <a:r>
              <a:rPr lang="en-US" dirty="0"/>
              <a:t> </a:t>
            </a:r>
            <a:r>
              <a:rPr lang="en-US" dirty="0" err="1"/>
              <a:t>volut</a:t>
            </a:r>
            <a:r>
              <a:rPr lang="en-US" dirty="0"/>
              <a:t> </a:t>
            </a:r>
            <a:r>
              <a:rPr lang="en-US" dirty="0" err="1"/>
              <a:t>aut</a:t>
            </a:r>
            <a:r>
              <a:rPr lang="en-US" dirty="0"/>
              <a:t>.</a:t>
            </a:r>
          </a:p>
          <a:p>
            <a:pPr marL="279400" lvl="1" indent="-279400">
              <a:lnSpc>
                <a:spcPct val="100000"/>
              </a:lnSpc>
              <a:spcAft>
                <a:spcPts val="800"/>
              </a:spcAft>
              <a:buClr>
                <a:srgbClr val="000000"/>
              </a:buClr>
              <a:buSzPct val="119000"/>
              <a:buFont typeface="Wingdings 3" pitchFamily="2" charset="2"/>
              <a:buChar char=""/>
            </a:pPr>
            <a:r>
              <a:rPr lang="en-US" dirty="0"/>
              <a:t>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Erumquas</a:t>
            </a:r>
            <a:r>
              <a:rPr lang="en-US" dirty="0"/>
              <a:t> </a:t>
            </a:r>
            <a:r>
              <a:rPr lang="en-US" dirty="0" err="1"/>
              <a:t>minulla</a:t>
            </a:r>
            <a:r>
              <a:rPr lang="en-US" dirty="0"/>
              <a:t> </a:t>
            </a:r>
            <a:r>
              <a:rPr lang="en-US" dirty="0" err="1"/>
              <a:t>borrovit</a:t>
            </a:r>
            <a:r>
              <a:rPr lang="en-US" dirty="0"/>
              <a:t> </a:t>
            </a:r>
            <a:r>
              <a:rPr lang="en-US" dirty="0" err="1"/>
              <a:t>assimi</a:t>
            </a:r>
            <a:r>
              <a:rPr lang="en-US" dirty="0"/>
              <a:t>, </a:t>
            </a:r>
            <a:r>
              <a:rPr lang="en-US" dirty="0" err="1"/>
              <a:t>toratem</a:t>
            </a:r>
            <a:r>
              <a:rPr lang="en-US" dirty="0"/>
              <a:t> </a:t>
            </a:r>
            <a:r>
              <a:rPr lang="en-US" dirty="0" err="1"/>
              <a:t>sant</a:t>
            </a:r>
            <a:r>
              <a:rPr lang="en-US" dirty="0"/>
              <a:t> </a:t>
            </a:r>
            <a:r>
              <a:rPr lang="en-US" dirty="0" err="1"/>
              <a:t>officiisse</a:t>
            </a:r>
            <a:r>
              <a:rPr lang="en-US" dirty="0"/>
              <a:t> </a:t>
            </a:r>
            <a:r>
              <a:rPr lang="en-US" dirty="0" err="1"/>
              <a:t>natium</a:t>
            </a:r>
            <a:r>
              <a:rPr lang="en-US" dirty="0"/>
              <a:t> re </a:t>
            </a:r>
            <a:r>
              <a:rPr lang="en-US" dirty="0" err="1"/>
              <a:t>velitate</a:t>
            </a:r>
            <a:r>
              <a:rPr lang="en-US" dirty="0"/>
              <a:t> que </a:t>
            </a:r>
            <a:r>
              <a:rPr lang="en-US" dirty="0" err="1"/>
              <a:t>volupti</a:t>
            </a:r>
            <a:r>
              <a:rPr lang="en-US" dirty="0"/>
              <a:t> </a:t>
            </a:r>
            <a:r>
              <a:rPr lang="en-US" dirty="0" err="1"/>
              <a:t>busdam</a:t>
            </a:r>
            <a:r>
              <a:rPr lang="en-US" dirty="0"/>
              <a:t>, sunt </a:t>
            </a:r>
            <a:r>
              <a:rPr lang="en-US" dirty="0" err="1"/>
              <a:t>eatiatecte</a:t>
            </a:r>
            <a:r>
              <a:rPr lang="en-US" dirty="0"/>
              <a:t> </a:t>
            </a:r>
            <a:r>
              <a:rPr lang="en-US" dirty="0" err="1"/>
              <a:t>cus</a:t>
            </a:r>
            <a:r>
              <a:rPr lang="en-US" dirty="0"/>
              <a:t> </a:t>
            </a:r>
            <a:r>
              <a:rPr lang="en-US" dirty="0" err="1"/>
              <a:t>prae</a:t>
            </a:r>
            <a:r>
              <a:rPr lang="en-US" dirty="0"/>
              <a:t> non </a:t>
            </a:r>
            <a:r>
              <a:rPr lang="en-US" dirty="0" err="1"/>
              <a:t>natiumq</a:t>
            </a:r>
            <a:r>
              <a:rPr lang="en-US" dirty="0"/>
              <a:t> </a:t>
            </a:r>
            <a:r>
              <a:rPr lang="en-US" dirty="0" err="1"/>
              <a:t>uiantus</a:t>
            </a:r>
            <a:r>
              <a:rPr lang="en-US" dirty="0"/>
              <a:t>.</a:t>
            </a:r>
          </a:p>
          <a:p>
            <a:pPr marL="279400" lvl="1" indent="-279400">
              <a:lnSpc>
                <a:spcPct val="100000"/>
              </a:lnSpc>
              <a:spcAft>
                <a:spcPts val="800"/>
              </a:spcAft>
              <a:buClr>
                <a:srgbClr val="000000"/>
              </a:buClr>
              <a:buSzPct val="119000"/>
              <a:buFont typeface="Wingdings 3" pitchFamily="2" charset="2"/>
              <a:buChar char=""/>
            </a:pPr>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a:t>
            </a:r>
            <a:r>
              <a:rPr lang="en-US" dirty="0"/>
              <a:t>.</a:t>
            </a:r>
          </a:p>
          <a:p>
            <a:endParaRPr lang="en-US" dirty="0"/>
          </a:p>
        </p:txBody>
      </p:sp>
      <p:sp>
        <p:nvSpPr>
          <p:cNvPr id="12" name="Text Placeholder 11">
            <a:extLst>
              <a:ext uri="{FF2B5EF4-FFF2-40B4-BE49-F238E27FC236}">
                <a16:creationId xmlns:a16="http://schemas.microsoft.com/office/drawing/2014/main" id="{D4F1E244-D15C-9969-B6EC-AE98D3BF1737}"/>
              </a:ext>
            </a:extLst>
          </p:cNvPr>
          <p:cNvSpPr>
            <a:spLocks noGrp="1"/>
          </p:cNvSpPr>
          <p:nvPr>
            <p:ph type="body" sz="quarter" idx="29"/>
          </p:nvPr>
        </p:nvSpPr>
        <p:spPr>
          <a:xfrm>
            <a:off x="546100" y="1849437"/>
            <a:ext cx="6851650" cy="296861"/>
          </a:xfrm>
        </p:spPr>
        <p:txBody>
          <a:bodyPr/>
          <a:lstStyle/>
          <a:p>
            <a:r>
              <a:rPr lang="en-US" dirty="0"/>
              <a:t>H3 Heading</a:t>
            </a:r>
          </a:p>
        </p:txBody>
      </p:sp>
      <p:sp>
        <p:nvSpPr>
          <p:cNvPr id="23" name="Text Placeholder 22">
            <a:extLst>
              <a:ext uri="{FF2B5EF4-FFF2-40B4-BE49-F238E27FC236}">
                <a16:creationId xmlns:a16="http://schemas.microsoft.com/office/drawing/2014/main" id="{495602CF-C02A-15DD-05A0-F5B9A1287D5B}"/>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1518718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2CCEC4-4BF4-1BA8-663A-ABE44492D73B}"/>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14</a:t>
            </a:fld>
            <a:endParaRPr lang="en-US"/>
          </a:p>
        </p:txBody>
      </p:sp>
      <p:sp>
        <p:nvSpPr>
          <p:cNvPr id="4" name="Title 3">
            <a:extLst>
              <a:ext uri="{FF2B5EF4-FFF2-40B4-BE49-F238E27FC236}">
                <a16:creationId xmlns:a16="http://schemas.microsoft.com/office/drawing/2014/main" id="{193EB08F-312D-EFD4-8919-AA125A71197C}"/>
              </a:ext>
            </a:extLst>
          </p:cNvPr>
          <p:cNvSpPr>
            <a:spLocks noGrp="1"/>
          </p:cNvSpPr>
          <p:nvPr>
            <p:ph type="title"/>
          </p:nvPr>
        </p:nvSpPr>
        <p:spPr>
          <a:xfrm>
            <a:off x="546100" y="552450"/>
            <a:ext cx="11091861" cy="434975"/>
          </a:xfrm>
        </p:spPr>
        <p:txBody>
          <a:bodyPr/>
          <a:lstStyle/>
          <a:p>
            <a:r>
              <a:rPr lang="en-US"/>
              <a:t>Sample charts</a:t>
            </a:r>
          </a:p>
        </p:txBody>
      </p:sp>
      <p:sp>
        <p:nvSpPr>
          <p:cNvPr id="5" name="Text Placeholder 4">
            <a:extLst>
              <a:ext uri="{FF2B5EF4-FFF2-40B4-BE49-F238E27FC236}">
                <a16:creationId xmlns:a16="http://schemas.microsoft.com/office/drawing/2014/main" id="{7799C645-A984-9F16-3328-352D339F2EAE}"/>
              </a:ext>
            </a:extLst>
          </p:cNvPr>
          <p:cNvSpPr>
            <a:spLocks noGrp="1"/>
          </p:cNvSpPr>
          <p:nvPr>
            <p:ph type="body" sz="quarter" idx="21"/>
          </p:nvPr>
        </p:nvSpPr>
        <p:spPr>
          <a:xfrm>
            <a:off x="546100" y="1127125"/>
            <a:ext cx="11097578" cy="292608"/>
          </a:xfrm>
        </p:spPr>
        <p:txBody>
          <a:bodyPr/>
          <a:lstStyle/>
          <a:p>
            <a:r>
              <a:rPr lang="en-US"/>
              <a:t>Bar chart and pie chart</a:t>
            </a:r>
          </a:p>
        </p:txBody>
      </p:sp>
      <p:graphicFrame>
        <p:nvGraphicFramePr>
          <p:cNvPr id="9" name="Content Placeholder 13">
            <a:extLst>
              <a:ext uri="{FF2B5EF4-FFF2-40B4-BE49-F238E27FC236}">
                <a16:creationId xmlns:a16="http://schemas.microsoft.com/office/drawing/2014/main" id="{8520EF72-D0E9-832A-805B-B4EEF1EE5DDD}"/>
              </a:ext>
            </a:extLst>
          </p:cNvPr>
          <p:cNvGraphicFramePr>
            <a:graphicFrameLocks noGrp="1"/>
          </p:cNvGraphicFramePr>
          <p:nvPr>
            <p:ph sz="quarter" idx="27"/>
          </p:nvPr>
        </p:nvGraphicFramePr>
        <p:xfrm>
          <a:off x="546100" y="2425700"/>
          <a:ext cx="5445125" cy="34417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ontent Placeholder 10">
            <a:extLst>
              <a:ext uri="{FF2B5EF4-FFF2-40B4-BE49-F238E27FC236}">
                <a16:creationId xmlns:a16="http://schemas.microsoft.com/office/drawing/2014/main" id="{3130665C-8066-CF58-7920-BF0D43936AD0}"/>
              </a:ext>
            </a:extLst>
          </p:cNvPr>
          <p:cNvGraphicFramePr>
            <a:graphicFrameLocks noGrp="1"/>
          </p:cNvGraphicFramePr>
          <p:nvPr>
            <p:ph sz="quarter" idx="28"/>
          </p:nvPr>
        </p:nvGraphicFramePr>
        <p:xfrm>
          <a:off x="6194425" y="2425700"/>
          <a:ext cx="5443538" cy="34417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Placeholder 5">
            <a:extLst>
              <a:ext uri="{FF2B5EF4-FFF2-40B4-BE49-F238E27FC236}">
                <a16:creationId xmlns:a16="http://schemas.microsoft.com/office/drawing/2014/main" id="{530F2A6A-5F9E-D6F8-576A-F580C50CC8DA}"/>
              </a:ext>
            </a:extLst>
          </p:cNvPr>
          <p:cNvSpPr>
            <a:spLocks noGrp="1"/>
          </p:cNvSpPr>
          <p:nvPr>
            <p:ph type="body" sz="quarter" idx="29"/>
          </p:nvPr>
        </p:nvSpPr>
        <p:spPr>
          <a:xfrm>
            <a:off x="546100" y="1849436"/>
            <a:ext cx="5445125" cy="296864"/>
          </a:xfrm>
        </p:spPr>
        <p:txBody>
          <a:bodyPr/>
          <a:lstStyle/>
          <a:p>
            <a:r>
              <a:rPr lang="en-US"/>
              <a:t>H3 Heading</a:t>
            </a:r>
          </a:p>
        </p:txBody>
      </p:sp>
      <p:sp>
        <p:nvSpPr>
          <p:cNvPr id="7" name="Text Placeholder 6">
            <a:extLst>
              <a:ext uri="{FF2B5EF4-FFF2-40B4-BE49-F238E27FC236}">
                <a16:creationId xmlns:a16="http://schemas.microsoft.com/office/drawing/2014/main" id="{CD192781-8A1F-137C-B84D-503317D535CC}"/>
              </a:ext>
            </a:extLst>
          </p:cNvPr>
          <p:cNvSpPr>
            <a:spLocks noGrp="1"/>
          </p:cNvSpPr>
          <p:nvPr>
            <p:ph type="body" sz="quarter" idx="30"/>
          </p:nvPr>
        </p:nvSpPr>
        <p:spPr>
          <a:xfrm>
            <a:off x="6194425" y="1849434"/>
            <a:ext cx="5443537" cy="296866"/>
          </a:xfrm>
        </p:spPr>
        <p:txBody>
          <a:bodyPr/>
          <a:lstStyle/>
          <a:p>
            <a:r>
              <a:rPr lang="en-US"/>
              <a:t>H3 Heading</a:t>
            </a:r>
          </a:p>
        </p:txBody>
      </p:sp>
      <p:sp>
        <p:nvSpPr>
          <p:cNvPr id="24" name="Text Placeholder 23">
            <a:extLst>
              <a:ext uri="{FF2B5EF4-FFF2-40B4-BE49-F238E27FC236}">
                <a16:creationId xmlns:a16="http://schemas.microsoft.com/office/drawing/2014/main" id="{8D300C4C-70D3-7C75-82DD-464FCD3BBD50}"/>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1712905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2ED043-79C4-93A1-049B-FB6B8FFB19E1}"/>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15</a:t>
            </a:fld>
            <a:endParaRPr lang="en-US"/>
          </a:p>
        </p:txBody>
      </p:sp>
      <p:sp>
        <p:nvSpPr>
          <p:cNvPr id="2" name="Title 1">
            <a:extLst>
              <a:ext uri="{FF2B5EF4-FFF2-40B4-BE49-F238E27FC236}">
                <a16:creationId xmlns:a16="http://schemas.microsoft.com/office/drawing/2014/main" id="{32626F61-EA43-4D3C-D6F0-8123768CA447}"/>
              </a:ext>
            </a:extLst>
          </p:cNvPr>
          <p:cNvSpPr>
            <a:spLocks noGrp="1"/>
          </p:cNvSpPr>
          <p:nvPr>
            <p:ph type="title"/>
          </p:nvPr>
        </p:nvSpPr>
        <p:spPr>
          <a:xfrm>
            <a:off x="546100" y="552450"/>
            <a:ext cx="11091861" cy="434975"/>
          </a:xfrm>
        </p:spPr>
        <p:txBody>
          <a:bodyPr/>
          <a:lstStyle/>
          <a:p>
            <a:r>
              <a:rPr lang="en-US"/>
              <a:t>Sample table layouts</a:t>
            </a:r>
          </a:p>
        </p:txBody>
      </p:sp>
      <p:sp>
        <p:nvSpPr>
          <p:cNvPr id="13" name="Text Placeholder 12">
            <a:extLst>
              <a:ext uri="{FF2B5EF4-FFF2-40B4-BE49-F238E27FC236}">
                <a16:creationId xmlns:a16="http://schemas.microsoft.com/office/drawing/2014/main" id="{EDDD74F5-2D69-2653-4447-3DD92651C83A}"/>
              </a:ext>
            </a:extLst>
          </p:cNvPr>
          <p:cNvSpPr>
            <a:spLocks noGrp="1"/>
          </p:cNvSpPr>
          <p:nvPr>
            <p:ph type="body" sz="quarter" idx="18"/>
          </p:nvPr>
        </p:nvSpPr>
        <p:spPr>
          <a:xfrm>
            <a:off x="546100" y="1127125"/>
            <a:ext cx="11094211" cy="295275"/>
          </a:xfrm>
        </p:spPr>
        <p:txBody>
          <a:bodyPr/>
          <a:lstStyle/>
          <a:p>
            <a:r>
              <a:rPr lang="en-US"/>
              <a:t>Complex with featured columns</a:t>
            </a:r>
          </a:p>
        </p:txBody>
      </p:sp>
      <p:graphicFrame>
        <p:nvGraphicFramePr>
          <p:cNvPr id="16" name="Content Placeholder 8">
            <a:extLst>
              <a:ext uri="{FF2B5EF4-FFF2-40B4-BE49-F238E27FC236}">
                <a16:creationId xmlns:a16="http://schemas.microsoft.com/office/drawing/2014/main" id="{556C371B-ED23-49AE-259A-E042EB63D34E}"/>
              </a:ext>
            </a:extLst>
          </p:cNvPr>
          <p:cNvGraphicFramePr>
            <a:graphicFrameLocks noGrp="1"/>
          </p:cNvGraphicFramePr>
          <p:nvPr>
            <p:ph sz="quarter" idx="22"/>
            <p:extLst>
              <p:ext uri="{D42A27DB-BD31-4B8C-83A1-F6EECF244321}">
                <p14:modId xmlns:p14="http://schemas.microsoft.com/office/powerpoint/2010/main" val="963342552"/>
              </p:ext>
            </p:extLst>
          </p:nvPr>
        </p:nvGraphicFramePr>
        <p:xfrm>
          <a:off x="546100" y="2425700"/>
          <a:ext cx="9683744" cy="3504738"/>
        </p:xfrm>
        <a:graphic>
          <a:graphicData uri="http://schemas.openxmlformats.org/drawingml/2006/table">
            <a:tbl>
              <a:tblPr firstRow="1">
                <a:tableStyleId>{5C22544A-7EE6-4342-B048-85BDC9FD1C3A}</a:tableStyleId>
              </a:tblPr>
              <a:tblGrid>
                <a:gridCol w="968375">
                  <a:extLst>
                    <a:ext uri="{9D8B030D-6E8A-4147-A177-3AD203B41FA5}">
                      <a16:colId xmlns:a16="http://schemas.microsoft.com/office/drawing/2014/main" val="3752423383"/>
                    </a:ext>
                  </a:extLst>
                </a:gridCol>
                <a:gridCol w="886840">
                  <a:extLst>
                    <a:ext uri="{9D8B030D-6E8A-4147-A177-3AD203B41FA5}">
                      <a16:colId xmlns:a16="http://schemas.microsoft.com/office/drawing/2014/main" val="931693192"/>
                    </a:ext>
                  </a:extLst>
                </a:gridCol>
                <a:gridCol w="1029941">
                  <a:extLst>
                    <a:ext uri="{9D8B030D-6E8A-4147-A177-3AD203B41FA5}">
                      <a16:colId xmlns:a16="http://schemas.microsoft.com/office/drawing/2014/main" val="3799850589"/>
                    </a:ext>
                  </a:extLst>
                </a:gridCol>
                <a:gridCol w="1029941">
                  <a:extLst>
                    <a:ext uri="{9D8B030D-6E8A-4147-A177-3AD203B41FA5}">
                      <a16:colId xmlns:a16="http://schemas.microsoft.com/office/drawing/2014/main" val="2980229784"/>
                    </a:ext>
                  </a:extLst>
                </a:gridCol>
                <a:gridCol w="1029941">
                  <a:extLst>
                    <a:ext uri="{9D8B030D-6E8A-4147-A177-3AD203B41FA5}">
                      <a16:colId xmlns:a16="http://schemas.microsoft.com/office/drawing/2014/main" val="1802348530"/>
                    </a:ext>
                  </a:extLst>
                </a:gridCol>
                <a:gridCol w="1029941">
                  <a:extLst>
                    <a:ext uri="{9D8B030D-6E8A-4147-A177-3AD203B41FA5}">
                      <a16:colId xmlns:a16="http://schemas.microsoft.com/office/drawing/2014/main" val="3597046216"/>
                    </a:ext>
                  </a:extLst>
                </a:gridCol>
                <a:gridCol w="1029941">
                  <a:extLst>
                    <a:ext uri="{9D8B030D-6E8A-4147-A177-3AD203B41FA5}">
                      <a16:colId xmlns:a16="http://schemas.microsoft.com/office/drawing/2014/main" val="161902072"/>
                    </a:ext>
                  </a:extLst>
                </a:gridCol>
                <a:gridCol w="1029941">
                  <a:extLst>
                    <a:ext uri="{9D8B030D-6E8A-4147-A177-3AD203B41FA5}">
                      <a16:colId xmlns:a16="http://schemas.microsoft.com/office/drawing/2014/main" val="1621076121"/>
                    </a:ext>
                  </a:extLst>
                </a:gridCol>
                <a:gridCol w="940812">
                  <a:extLst>
                    <a:ext uri="{9D8B030D-6E8A-4147-A177-3AD203B41FA5}">
                      <a16:colId xmlns:a16="http://schemas.microsoft.com/office/drawing/2014/main" val="3005656982"/>
                    </a:ext>
                  </a:extLst>
                </a:gridCol>
                <a:gridCol w="708071">
                  <a:extLst>
                    <a:ext uri="{9D8B030D-6E8A-4147-A177-3AD203B41FA5}">
                      <a16:colId xmlns:a16="http://schemas.microsoft.com/office/drawing/2014/main" val="3123212877"/>
                    </a:ext>
                  </a:extLst>
                </a:gridCol>
              </a:tblGrid>
              <a:tr h="269943">
                <a:tc>
                  <a:txBody>
                    <a:bodyPr/>
                    <a:lstStyle/>
                    <a:p>
                      <a:pPr algn="l" fontAlgn="b"/>
                      <a:r>
                        <a:rPr lang="en-US" sz="1050" b="1" i="0" u="none" strike="noStrike">
                          <a:solidFill>
                            <a:schemeClr val="tx1"/>
                          </a:solidFill>
                          <a:effectLst/>
                          <a:latin typeface="+mn-lt"/>
                        </a:rPr>
                        <a:t>Policy</a:t>
                      </a:r>
                    </a:p>
                  </a:txBody>
                  <a:tcPr marL="274320" marR="0" marT="0" marB="0" anchor="ctr">
                    <a:lnB w="38100" cmpd="sng">
                      <a:noFill/>
                    </a:lnB>
                    <a:solidFill>
                      <a:schemeClr val="bg1"/>
                    </a:solidFill>
                  </a:tcPr>
                </a:tc>
                <a:tc>
                  <a:txBody>
                    <a:bodyPr/>
                    <a:lstStyle/>
                    <a:p>
                      <a:pPr algn="l" fontAlgn="b"/>
                      <a:r>
                        <a:rPr lang="en-US" sz="1050" b="1" i="0" u="none" strike="noStrike">
                          <a:solidFill>
                            <a:schemeClr val="tx1"/>
                          </a:solidFill>
                          <a:effectLst/>
                          <a:latin typeface="+mn-lt"/>
                        </a:rPr>
                        <a:t>Expiry</a:t>
                      </a:r>
                    </a:p>
                  </a:txBody>
                  <a:tcPr marR="0" marT="0" marB="0" anchor="ctr">
                    <a:lnB w="38100" cmpd="sng">
                      <a:noFill/>
                    </a:lnB>
                    <a:solidFill>
                      <a:schemeClr val="bg1"/>
                    </a:solidFill>
                  </a:tcPr>
                </a:tc>
                <a:tc>
                  <a:txBody>
                    <a:bodyPr/>
                    <a:lstStyle/>
                    <a:p>
                      <a:pPr algn="l" fontAlgn="b"/>
                      <a:r>
                        <a:rPr lang="en-US" sz="1050" b="1" i="0" u="none" strike="noStrike">
                          <a:solidFill>
                            <a:schemeClr val="tx1"/>
                          </a:solidFill>
                          <a:effectLst/>
                          <a:latin typeface="+mn-lt"/>
                        </a:rPr>
                        <a:t>Location</a:t>
                      </a:r>
                    </a:p>
                  </a:txBody>
                  <a:tcPr marR="0" marT="0" marB="0" anchor="ctr">
                    <a:lnB w="38100" cmpd="sng">
                      <a:noFill/>
                    </a:lnB>
                    <a:solidFill>
                      <a:schemeClr val="bg1"/>
                    </a:solidFill>
                  </a:tcPr>
                </a:tc>
                <a:tc>
                  <a:txBody>
                    <a:bodyPr/>
                    <a:lstStyle/>
                    <a:p>
                      <a:pPr algn="l" fontAlgn="b"/>
                      <a:r>
                        <a:rPr lang="en-US" sz="1050" b="1" i="0" u="none" strike="noStrike">
                          <a:solidFill>
                            <a:schemeClr val="tx1"/>
                          </a:solidFill>
                          <a:effectLst/>
                          <a:latin typeface="+mn-lt"/>
                        </a:rPr>
                        <a:t>State</a:t>
                      </a:r>
                    </a:p>
                  </a:txBody>
                  <a:tcPr marR="0" marT="0" marB="0" anchor="ctr">
                    <a:lnB w="38100" cmpd="sng">
                      <a:noFill/>
                    </a:lnB>
                    <a:solidFill>
                      <a:schemeClr val="bg1"/>
                    </a:solidFill>
                  </a:tcPr>
                </a:tc>
                <a:tc>
                  <a:txBody>
                    <a:bodyPr/>
                    <a:lstStyle/>
                    <a:p>
                      <a:pPr algn="l" fontAlgn="b"/>
                      <a:r>
                        <a:rPr lang="en-US" sz="1050" b="1" i="0" u="none" strike="noStrike">
                          <a:solidFill>
                            <a:schemeClr val="tx1"/>
                          </a:solidFill>
                          <a:effectLst/>
                          <a:latin typeface="+mn-lt"/>
                        </a:rPr>
                        <a:t>Region</a:t>
                      </a:r>
                    </a:p>
                  </a:txBody>
                  <a:tcPr marR="0" marT="0" marB="0" anchor="ctr">
                    <a:lnB w="38100" cmpd="sng">
                      <a:noFill/>
                    </a:lnB>
                    <a:solidFill>
                      <a:schemeClr val="bg1"/>
                    </a:solidFill>
                  </a:tcPr>
                </a:tc>
                <a:tc>
                  <a:txBody>
                    <a:bodyPr/>
                    <a:lstStyle/>
                    <a:p>
                      <a:pPr algn="l" fontAlgn="b"/>
                      <a:r>
                        <a:rPr lang="en-US" sz="1050" b="1" i="0" u="none" strike="noStrike" err="1">
                          <a:solidFill>
                            <a:schemeClr val="tx1"/>
                          </a:solidFill>
                          <a:effectLst/>
                          <a:latin typeface="+mn-lt"/>
                        </a:rPr>
                        <a:t>InsuredValue</a:t>
                      </a:r>
                      <a:endParaRPr lang="en-US" sz="1050" b="1" i="0" u="none" strike="noStrike">
                        <a:solidFill>
                          <a:schemeClr val="tx1"/>
                        </a:solidFill>
                        <a:effectLst/>
                        <a:latin typeface="+mn-lt"/>
                      </a:endParaRPr>
                    </a:p>
                  </a:txBody>
                  <a:tcPr marR="0" marT="0" marB="0" anchor="ctr">
                    <a:lnB w="38100" cmpd="sng">
                      <a:noFill/>
                    </a:lnB>
                    <a:solidFill>
                      <a:schemeClr val="bg1"/>
                    </a:solidFill>
                  </a:tcPr>
                </a:tc>
                <a:tc>
                  <a:txBody>
                    <a:bodyPr/>
                    <a:lstStyle/>
                    <a:p>
                      <a:pPr algn="l" fontAlgn="b"/>
                      <a:r>
                        <a:rPr lang="en-US" sz="1050" b="1" i="0" u="none" strike="noStrike">
                          <a:solidFill>
                            <a:schemeClr val="tx1"/>
                          </a:solidFill>
                          <a:effectLst/>
                          <a:latin typeface="+mn-lt"/>
                        </a:rPr>
                        <a:t>Construction</a:t>
                      </a:r>
                    </a:p>
                  </a:txBody>
                  <a:tcPr marR="0" marT="0" marB="0" anchor="ctr">
                    <a:lnB w="38100" cmpd="sng">
                      <a:noFill/>
                    </a:lnB>
                    <a:solidFill>
                      <a:schemeClr val="bg1"/>
                    </a:solidFill>
                  </a:tcPr>
                </a:tc>
                <a:tc>
                  <a:txBody>
                    <a:bodyPr/>
                    <a:lstStyle/>
                    <a:p>
                      <a:pPr algn="l" fontAlgn="b"/>
                      <a:r>
                        <a:rPr lang="en-US" sz="1050" b="1" i="0" u="none" strike="noStrike" err="1">
                          <a:solidFill>
                            <a:schemeClr val="tx1"/>
                          </a:solidFill>
                          <a:effectLst/>
                          <a:latin typeface="+mn-lt"/>
                        </a:rPr>
                        <a:t>BusinessType</a:t>
                      </a:r>
                      <a:endParaRPr lang="en-US" sz="1050" b="1" i="0" u="none" strike="noStrike">
                        <a:solidFill>
                          <a:schemeClr val="tx1"/>
                        </a:solidFill>
                        <a:effectLst/>
                        <a:latin typeface="+mn-lt"/>
                      </a:endParaRPr>
                    </a:p>
                  </a:txBody>
                  <a:tcPr marR="0" marT="0" marB="0" anchor="ctr">
                    <a:lnB w="38100" cmpd="sng">
                      <a:noFill/>
                    </a:lnB>
                    <a:solidFill>
                      <a:schemeClr val="bg1"/>
                    </a:solidFill>
                  </a:tcPr>
                </a:tc>
                <a:tc>
                  <a:txBody>
                    <a:bodyPr/>
                    <a:lstStyle/>
                    <a:p>
                      <a:pPr algn="ctr" fontAlgn="b"/>
                      <a:r>
                        <a:rPr lang="en-US" sz="1050" b="1" i="0" u="none" strike="noStrike">
                          <a:solidFill>
                            <a:schemeClr val="tx1"/>
                          </a:solidFill>
                          <a:effectLst/>
                          <a:latin typeface="+mn-lt"/>
                        </a:rPr>
                        <a:t>Earthquake</a:t>
                      </a:r>
                    </a:p>
                  </a:txBody>
                  <a:tcPr marR="0" marT="0" marB="0" anchor="ctr">
                    <a:lnB w="38100" cmpd="sng">
                      <a:noFill/>
                    </a:lnB>
                    <a:solidFill>
                      <a:schemeClr val="bg1"/>
                    </a:solidFill>
                  </a:tcPr>
                </a:tc>
                <a:tc>
                  <a:txBody>
                    <a:bodyPr/>
                    <a:lstStyle/>
                    <a:p>
                      <a:pPr algn="ctr" fontAlgn="b"/>
                      <a:r>
                        <a:rPr lang="en-US" sz="1050" b="1" i="0" u="none" strike="noStrike">
                          <a:solidFill>
                            <a:schemeClr val="tx1"/>
                          </a:solidFill>
                          <a:effectLst/>
                          <a:latin typeface="+mn-lt"/>
                        </a:rPr>
                        <a:t>Flood</a:t>
                      </a:r>
                    </a:p>
                  </a:txBody>
                  <a:tcPr marR="0" marT="0" marB="0" anchor="ctr">
                    <a:lnB w="38100" cmpd="sng">
                      <a:noFill/>
                    </a:lnB>
                    <a:solidFill>
                      <a:schemeClr val="bg1"/>
                    </a:solidFill>
                  </a:tcPr>
                </a:tc>
                <a:extLst>
                  <a:ext uri="{0D108BD9-81ED-4DB2-BD59-A6C34878D82A}">
                    <a16:rowId xmlns:a16="http://schemas.microsoft.com/office/drawing/2014/main" val="2873192472"/>
                  </a:ext>
                </a:extLst>
              </a:tr>
              <a:tr h="206509">
                <a:tc>
                  <a:txBody>
                    <a:bodyPr/>
                    <a:lstStyle/>
                    <a:p>
                      <a:pPr algn="l" fontAlgn="b"/>
                      <a:r>
                        <a:rPr lang="en-US" sz="900" b="0" i="0" u="none" strike="noStrike" err="1">
                          <a:solidFill>
                            <a:srgbClr val="000000"/>
                          </a:solidFill>
                          <a:effectLst/>
                          <a:latin typeface="+mn-lt"/>
                        </a:rPr>
                        <a:t>Susdae</a:t>
                      </a:r>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r"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r"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a:solidFill>
                          <a:srgbClr val="000000"/>
                        </a:solidFill>
                        <a:effectLst/>
                        <a:latin typeface="+mn-lt"/>
                      </a:endParaRPr>
                    </a:p>
                  </a:txBody>
                  <a:tcPr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0F0F1"/>
                    </a:solidFill>
                  </a:tcPr>
                </a:tc>
                <a:extLst>
                  <a:ext uri="{0D108BD9-81ED-4DB2-BD59-A6C34878D82A}">
                    <a16:rowId xmlns:a16="http://schemas.microsoft.com/office/drawing/2014/main" val="2394647382"/>
                  </a:ext>
                </a:extLst>
              </a:tr>
              <a:tr h="206509">
                <a:tc>
                  <a:txBody>
                    <a:bodyPr/>
                    <a:lstStyle/>
                    <a:p>
                      <a:pPr algn="l" fontAlgn="b"/>
                      <a:r>
                        <a:rPr lang="en-US" sz="900" b="0" i="0" u="none" strike="noStrike">
                          <a:solidFill>
                            <a:srgbClr val="000000"/>
                          </a:solidFill>
                          <a:effectLst/>
                          <a:latin typeface="+mn-lt"/>
                        </a:rPr>
                        <a:t>100242</a:t>
                      </a:r>
                    </a:p>
                  </a:txBody>
                  <a:tcPr marL="274320" marR="0" marT="0" marB="0" anchor="ctr">
                    <a:lnT w="12700" cmpd="sng">
                      <a:noFill/>
                    </a:lnT>
                    <a:solidFill>
                      <a:schemeClr val="bg1"/>
                    </a:solidFill>
                  </a:tcPr>
                </a:tc>
                <a:tc>
                  <a:txBody>
                    <a:bodyPr/>
                    <a:lstStyle/>
                    <a:p>
                      <a:pPr algn="l" fontAlgn="b"/>
                      <a:r>
                        <a:rPr lang="en-US" sz="900" b="0" i="0" u="none" strike="noStrike">
                          <a:solidFill>
                            <a:schemeClr val="bg1"/>
                          </a:solidFill>
                          <a:effectLst/>
                          <a:latin typeface="+mn-lt"/>
                        </a:rPr>
                        <a:t>2-Jan-21</a:t>
                      </a:r>
                    </a:p>
                  </a:txBody>
                  <a:tcPr marR="0" marT="0" marB="0" anchor="ctr">
                    <a:lnT w="12700" cmpd="sng">
                      <a:noFill/>
                    </a:lnT>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lnT w="12700" cmpd="sng">
                      <a:noFill/>
                    </a:lnT>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lnT w="12700" cmpd="sng">
                      <a:noFill/>
                    </a:lnT>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lnT w="12700" cmpd="sng">
                      <a:noFill/>
                    </a:lnT>
                    <a:solidFill>
                      <a:schemeClr val="bg1"/>
                    </a:solidFill>
                  </a:tcPr>
                </a:tc>
                <a:tc>
                  <a:txBody>
                    <a:bodyPr/>
                    <a:lstStyle/>
                    <a:p>
                      <a:pPr algn="l" fontAlgn="b"/>
                      <a:r>
                        <a:rPr lang="en-US" sz="900" b="0" i="0" u="none" strike="noStrike">
                          <a:solidFill>
                            <a:srgbClr val="000000"/>
                          </a:solidFill>
                          <a:effectLst/>
                          <a:latin typeface="+mn-lt"/>
                        </a:rPr>
                        <a:t>1,617,630</a:t>
                      </a:r>
                    </a:p>
                  </a:txBody>
                  <a:tcPr marR="0" marT="0" marB="0" anchor="ctr">
                    <a:lnT w="12700" cmpd="sng">
                      <a:noFill/>
                    </a:lnT>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lnT w="12700" cmpd="sng">
                      <a:noFill/>
                    </a:lnT>
                    <a:solidFill>
                      <a:schemeClr val="bg1"/>
                    </a:solidFill>
                  </a:tcPr>
                </a:tc>
                <a:tc>
                  <a:txBody>
                    <a:bodyPr/>
                    <a:lstStyle/>
                    <a:p>
                      <a:pPr algn="l" fontAlgn="b"/>
                      <a:r>
                        <a:rPr lang="en-US" sz="900" b="0" i="0" u="none" strike="noStrike">
                          <a:solidFill>
                            <a:srgbClr val="000000"/>
                          </a:solidFill>
                          <a:effectLst/>
                          <a:latin typeface="+mn-lt"/>
                        </a:rPr>
                        <a:t>Retail</a:t>
                      </a:r>
                    </a:p>
                  </a:txBody>
                  <a:tcPr marR="0" marT="0" marB="0" anchor="ctr">
                    <a:lnT w="12700" cmpd="sng">
                      <a:noFill/>
                    </a:lnT>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lnT w="12700" cmpd="sng">
                      <a:noFill/>
                    </a:lnT>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lnT w="12700" cmpd="sng">
                      <a:noFill/>
                    </a:lnT>
                    <a:solidFill>
                      <a:schemeClr val="bg1"/>
                    </a:solidFill>
                  </a:tcPr>
                </a:tc>
                <a:extLst>
                  <a:ext uri="{0D108BD9-81ED-4DB2-BD59-A6C34878D82A}">
                    <a16:rowId xmlns:a16="http://schemas.microsoft.com/office/drawing/2014/main" val="1718015880"/>
                  </a:ext>
                </a:extLst>
              </a:tr>
              <a:tr h="206509">
                <a:tc>
                  <a:txBody>
                    <a:bodyPr/>
                    <a:lstStyle/>
                    <a:p>
                      <a:pPr algn="l" fontAlgn="b"/>
                      <a:r>
                        <a:rPr lang="en-US" sz="900" b="0" i="0" u="none" strike="noStrike">
                          <a:solidFill>
                            <a:srgbClr val="000000"/>
                          </a:solidFill>
                          <a:effectLst/>
                          <a:latin typeface="+mn-lt"/>
                        </a:rPr>
                        <a:t>100314</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2-Jan-21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8,678,500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Fire Resist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1683030796"/>
                  </a:ext>
                </a:extLst>
              </a:tr>
              <a:tr h="206509">
                <a:tc>
                  <a:txBody>
                    <a:bodyPr/>
                    <a:lstStyle/>
                    <a:p>
                      <a:pPr algn="l" fontAlgn="b"/>
                      <a:r>
                        <a:rPr lang="en-US" sz="900" b="0" i="0" u="none" strike="noStrike">
                          <a:solidFill>
                            <a:srgbClr val="000000"/>
                          </a:solidFill>
                          <a:effectLst/>
                          <a:latin typeface="+mn-lt"/>
                        </a:rPr>
                        <a:t>100359</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2-Jan-21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Rural</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WI</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Midwest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2,052,660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Farming</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solidFill>
                      <a:schemeClr val="bg1"/>
                    </a:solidFill>
                  </a:tcPr>
                </a:tc>
                <a:extLst>
                  <a:ext uri="{0D108BD9-81ED-4DB2-BD59-A6C34878D82A}">
                    <a16:rowId xmlns:a16="http://schemas.microsoft.com/office/drawing/2014/main" val="3485840294"/>
                  </a:ext>
                </a:extLst>
              </a:tr>
              <a:tr h="206509">
                <a:tc>
                  <a:txBody>
                    <a:bodyPr/>
                    <a:lstStyle/>
                    <a:p>
                      <a:pPr algn="l" fontAlgn="b"/>
                      <a:r>
                        <a:rPr lang="en-US" sz="900" b="0" i="0" u="none" strike="noStrike">
                          <a:solidFill>
                            <a:srgbClr val="000000"/>
                          </a:solidFill>
                          <a:effectLst/>
                          <a:latin typeface="+mn-lt"/>
                        </a:rPr>
                        <a:t>100315</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3-Jan-21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17,580,000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2874001931"/>
                  </a:ext>
                </a:extLst>
              </a:tr>
              <a:tr h="206509">
                <a:tc>
                  <a:txBody>
                    <a:bodyPr/>
                    <a:lstStyle/>
                    <a:p>
                      <a:pPr algn="l" fontAlgn="b"/>
                      <a:r>
                        <a:rPr lang="en-US" sz="900" b="0" i="0" u="none" strike="noStrike">
                          <a:solidFill>
                            <a:srgbClr val="000000"/>
                          </a:solidFill>
                          <a:effectLst/>
                          <a:latin typeface="+mn-lt"/>
                        </a:rPr>
                        <a:t>100385</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3-Jan-21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1,925,000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Hospitality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solidFill>
                      <a:schemeClr val="bg1"/>
                    </a:solidFill>
                  </a:tcPr>
                </a:tc>
                <a:extLst>
                  <a:ext uri="{0D108BD9-81ED-4DB2-BD59-A6C34878D82A}">
                    <a16:rowId xmlns:a16="http://schemas.microsoft.com/office/drawing/2014/main" val="160493617"/>
                  </a:ext>
                </a:extLst>
              </a:tr>
              <a:tr h="206509">
                <a:tc>
                  <a:txBody>
                    <a:bodyPr/>
                    <a:lstStyle/>
                    <a:p>
                      <a:pPr algn="l" fontAlgn="b"/>
                      <a:r>
                        <a:rPr lang="en-US" sz="900" b="0" i="0" u="none" strike="noStrike">
                          <a:solidFill>
                            <a:srgbClr val="000000"/>
                          </a:solidFill>
                          <a:effectLst/>
                          <a:latin typeface="+mn-lt"/>
                        </a:rPr>
                        <a:t>100388</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4-Jan-21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IL</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Midwest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12,934,500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1943207385"/>
                  </a:ext>
                </a:extLst>
              </a:tr>
              <a:tr h="206509">
                <a:tc>
                  <a:txBody>
                    <a:bodyPr/>
                    <a:lstStyle/>
                    <a:p>
                      <a:pPr algn="l" fontAlgn="b"/>
                      <a:r>
                        <a:rPr lang="en-US" sz="900" b="0" i="0" u="none" strike="noStrike">
                          <a:solidFill>
                            <a:srgbClr val="000000"/>
                          </a:solidFill>
                          <a:effectLst/>
                          <a:latin typeface="+mn-lt"/>
                        </a:rPr>
                        <a:t>100358</a:t>
                      </a:r>
                    </a:p>
                  </a:txBody>
                  <a:tcPr marL="274320" marR="0" marT="0" marB="0" anchor="ctr">
                    <a:lnB w="12700" cmpd="sng">
                      <a:noFill/>
                    </a:lnB>
                    <a:solidFill>
                      <a:schemeClr val="bg1"/>
                    </a:solidFill>
                  </a:tcPr>
                </a:tc>
                <a:tc>
                  <a:txBody>
                    <a:bodyPr/>
                    <a:lstStyle/>
                    <a:p>
                      <a:pPr algn="l" fontAlgn="b"/>
                      <a:r>
                        <a:rPr lang="en-US" sz="900" b="0" i="0" u="none" strike="noStrike">
                          <a:solidFill>
                            <a:schemeClr val="bg1"/>
                          </a:solidFill>
                          <a:effectLst/>
                          <a:latin typeface="+mn-lt"/>
                        </a:rPr>
                        <a:t>5-Jan-21</a:t>
                      </a:r>
                    </a:p>
                  </a:txBody>
                  <a:tcPr marR="0" marT="0" marB="0" anchor="ctr">
                    <a:lnB w="12700" cmpd="sng">
                      <a:noFill/>
                    </a:lnB>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lnB w="12700" cmpd="sng">
                      <a:noFill/>
                    </a:lnB>
                    <a:solidFill>
                      <a:schemeClr val="accent1"/>
                    </a:solidFill>
                  </a:tcPr>
                </a:tc>
                <a:tc>
                  <a:txBody>
                    <a:bodyPr/>
                    <a:lstStyle/>
                    <a:p>
                      <a:pPr algn="l" fontAlgn="b"/>
                      <a:r>
                        <a:rPr lang="en-US" sz="900" b="0" i="0" u="none" strike="noStrike">
                          <a:solidFill>
                            <a:srgbClr val="000000"/>
                          </a:solidFill>
                          <a:effectLst/>
                          <a:latin typeface="+mn-lt"/>
                        </a:rPr>
                        <a:t>WI</a:t>
                      </a:r>
                    </a:p>
                  </a:txBody>
                  <a:tcPr marR="0" marT="0" marB="0" anchor="ctr">
                    <a:lnB w="12700" cmpd="sng">
                      <a:noFill/>
                    </a:lnB>
                    <a:solidFill>
                      <a:srgbClr val="9C9FA1"/>
                    </a:solidFill>
                  </a:tcPr>
                </a:tc>
                <a:tc>
                  <a:txBody>
                    <a:bodyPr/>
                    <a:lstStyle/>
                    <a:p>
                      <a:pPr algn="l" fontAlgn="b"/>
                      <a:r>
                        <a:rPr lang="en-US" sz="900" b="0" i="0" u="none" strike="noStrike">
                          <a:solidFill>
                            <a:srgbClr val="000000"/>
                          </a:solidFill>
                          <a:effectLst/>
                          <a:latin typeface="+mn-lt"/>
                        </a:rPr>
                        <a:t>Midwest</a:t>
                      </a:r>
                    </a:p>
                  </a:txBody>
                  <a:tcPr marR="0" marT="0" marB="0" anchor="ctr">
                    <a:lnB w="12700" cmpd="sng">
                      <a:noFill/>
                    </a:lnB>
                    <a:solidFill>
                      <a:schemeClr val="bg1"/>
                    </a:solidFill>
                  </a:tcPr>
                </a:tc>
                <a:tc>
                  <a:txBody>
                    <a:bodyPr/>
                    <a:lstStyle/>
                    <a:p>
                      <a:pPr algn="l" fontAlgn="b"/>
                      <a:r>
                        <a:rPr lang="en-US" sz="900" b="0" i="0" u="none" strike="noStrike">
                          <a:solidFill>
                            <a:srgbClr val="000000"/>
                          </a:solidFill>
                          <a:effectLst/>
                          <a:latin typeface="+mn-lt"/>
                        </a:rPr>
                        <a:t>928,300</a:t>
                      </a:r>
                    </a:p>
                  </a:txBody>
                  <a:tcPr marR="0" marT="0" marB="0" anchor="ctr">
                    <a:lnB w="12700" cmpd="sng">
                      <a:noFill/>
                    </a:lnB>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lnB w="12700" cmpd="sng">
                      <a:noFill/>
                    </a:lnB>
                    <a:solidFill>
                      <a:schemeClr val="bg1"/>
                    </a:solidFill>
                  </a:tcPr>
                </a:tc>
                <a:tc>
                  <a:txBody>
                    <a:bodyPr/>
                    <a:lstStyle/>
                    <a:p>
                      <a:pPr algn="l" fontAlgn="b"/>
                      <a:r>
                        <a:rPr lang="en-US" sz="900" b="0" i="0" u="none" strike="noStrike">
                          <a:solidFill>
                            <a:srgbClr val="000000"/>
                          </a:solidFill>
                          <a:effectLst/>
                          <a:latin typeface="+mn-lt"/>
                        </a:rPr>
                        <a:t>Office Bldg</a:t>
                      </a:r>
                    </a:p>
                  </a:txBody>
                  <a:tcPr marR="0" marT="0" marB="0" anchor="ctr">
                    <a:lnB w="12700" cmpd="sng">
                      <a:noFill/>
                    </a:lnB>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lnB w="12700" cmpd="sng">
                      <a:noFill/>
                    </a:lnB>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lnB w="12700" cmpd="sng">
                      <a:noFill/>
                    </a:lnB>
                    <a:solidFill>
                      <a:schemeClr val="bg1"/>
                    </a:solidFill>
                  </a:tcPr>
                </a:tc>
                <a:extLst>
                  <a:ext uri="{0D108BD9-81ED-4DB2-BD59-A6C34878D82A}">
                    <a16:rowId xmlns:a16="http://schemas.microsoft.com/office/drawing/2014/main" val="1561845730"/>
                  </a:ext>
                </a:extLst>
              </a:tr>
              <a:tr h="206509">
                <a:tc>
                  <a:txBody>
                    <a:bodyPr/>
                    <a:lstStyle/>
                    <a:p>
                      <a:pPr algn="l" fontAlgn="b"/>
                      <a:r>
                        <a:rPr lang="en-US" sz="900" b="0" i="0" u="none" strike="noStrike" err="1">
                          <a:solidFill>
                            <a:srgbClr val="000000"/>
                          </a:solidFill>
                          <a:effectLst/>
                          <a:latin typeface="+mn-lt"/>
                        </a:rPr>
                        <a:t>Occatistiis</a:t>
                      </a:r>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l"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tc>
                  <a:txBody>
                    <a:bodyPr/>
                    <a:lstStyle/>
                    <a:p>
                      <a:pPr algn="ctr" fontAlgn="b"/>
                      <a:endParaRPr lang="en-US" sz="900" b="0" i="0" u="none" strike="noStrike">
                        <a:solidFill>
                          <a:srgbClr val="000000"/>
                        </a:solidFill>
                        <a:effectLst/>
                        <a:latin typeface="+mn-lt"/>
                      </a:endParaRPr>
                    </a:p>
                  </a:txBody>
                  <a:tcPr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0F0F1"/>
                    </a:solidFill>
                  </a:tcPr>
                </a:tc>
                <a:extLst>
                  <a:ext uri="{0D108BD9-81ED-4DB2-BD59-A6C34878D82A}">
                    <a16:rowId xmlns:a16="http://schemas.microsoft.com/office/drawing/2014/main" val="957724219"/>
                  </a:ext>
                </a:extLst>
              </a:tr>
              <a:tr h="206509">
                <a:tc>
                  <a:txBody>
                    <a:bodyPr/>
                    <a:lstStyle/>
                    <a:p>
                      <a:pPr algn="l" fontAlgn="b"/>
                      <a:r>
                        <a:rPr lang="en-US" sz="900" b="0" i="0" u="none" strike="noStrike">
                          <a:solidFill>
                            <a:srgbClr val="000000"/>
                          </a:solidFill>
                          <a:effectLst/>
                          <a:latin typeface="+mn-lt"/>
                        </a:rPr>
                        <a:t>100264</a:t>
                      </a:r>
                    </a:p>
                  </a:txBody>
                  <a:tcPr marL="274320" marR="0" marT="0" marB="0" anchor="ctr">
                    <a:lnT w="12700" cmpd="sng">
                      <a:noFill/>
                    </a:lnT>
                    <a:solidFill>
                      <a:schemeClr val="bg1"/>
                    </a:solidFill>
                  </a:tcPr>
                </a:tc>
                <a:tc>
                  <a:txBody>
                    <a:bodyPr/>
                    <a:lstStyle/>
                    <a:p>
                      <a:pPr algn="l" fontAlgn="b"/>
                      <a:r>
                        <a:rPr lang="en-US" sz="900" b="0" i="0" u="none" strike="noStrike">
                          <a:solidFill>
                            <a:schemeClr val="bg1"/>
                          </a:solidFill>
                          <a:effectLst/>
                          <a:latin typeface="+mn-lt"/>
                        </a:rPr>
                        <a:t>7-Jan-21</a:t>
                      </a:r>
                    </a:p>
                  </a:txBody>
                  <a:tcPr marR="0" marT="0" marB="0" anchor="ctr">
                    <a:lnT w="12700" cmpd="sng">
                      <a:noFill/>
                    </a:lnT>
                    <a:solidFill>
                      <a:schemeClr val="tx2"/>
                    </a:solidFill>
                  </a:tcPr>
                </a:tc>
                <a:tc>
                  <a:txBody>
                    <a:bodyPr/>
                    <a:lstStyle/>
                    <a:p>
                      <a:pPr algn="l" fontAlgn="b"/>
                      <a:r>
                        <a:rPr lang="en-US" sz="900" b="0" i="0" u="none" strike="noStrike">
                          <a:solidFill>
                            <a:schemeClr val="bg1"/>
                          </a:solidFill>
                          <a:effectLst/>
                          <a:latin typeface="+mn-lt"/>
                        </a:rPr>
                        <a:t>Rural</a:t>
                      </a:r>
                    </a:p>
                  </a:txBody>
                  <a:tcPr marR="0" marT="0" marB="0" anchor="ctr">
                    <a:lnT w="12700" cmpd="sng">
                      <a:noFill/>
                    </a:lnT>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lnT w="12700" cmpd="sng">
                      <a:noFill/>
                    </a:lnT>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lnT w="12700" cmpd="sng">
                      <a:noFill/>
                    </a:lnT>
                    <a:solidFill>
                      <a:schemeClr val="bg1"/>
                    </a:solidFill>
                  </a:tcPr>
                </a:tc>
                <a:tc>
                  <a:txBody>
                    <a:bodyPr/>
                    <a:lstStyle/>
                    <a:p>
                      <a:pPr algn="l" fontAlgn="b"/>
                      <a:r>
                        <a:rPr lang="en-US" sz="900" b="0" i="0" u="none" strike="noStrike">
                          <a:solidFill>
                            <a:srgbClr val="000000"/>
                          </a:solidFill>
                          <a:effectLst/>
                          <a:latin typeface="+mn-lt"/>
                        </a:rPr>
                        <a:t>2,219,900</a:t>
                      </a:r>
                    </a:p>
                  </a:txBody>
                  <a:tcPr marR="0" marT="0" marB="0" anchor="ctr">
                    <a:lnT w="12700" cmpd="sng">
                      <a:noFill/>
                    </a:lnT>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lnT w="12700" cmpd="sng">
                      <a:noFill/>
                    </a:lnT>
                    <a:solidFill>
                      <a:schemeClr val="bg1"/>
                    </a:solidFill>
                  </a:tcPr>
                </a:tc>
                <a:tc>
                  <a:txBody>
                    <a:bodyPr/>
                    <a:lstStyle/>
                    <a:p>
                      <a:pPr algn="l" fontAlgn="b"/>
                      <a:r>
                        <a:rPr lang="en-US" sz="900" b="0" i="0" u="none" strike="noStrike">
                          <a:solidFill>
                            <a:srgbClr val="000000"/>
                          </a:solidFill>
                          <a:effectLst/>
                          <a:latin typeface="+mn-lt"/>
                        </a:rPr>
                        <a:t>Farming</a:t>
                      </a:r>
                    </a:p>
                  </a:txBody>
                  <a:tcPr marR="0" marT="0" marB="0" anchor="ctr">
                    <a:lnT w="12700" cmpd="sng">
                      <a:noFill/>
                    </a:lnT>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lnT w="12700" cmpd="sng">
                      <a:noFill/>
                    </a:lnT>
                    <a:solidFill>
                      <a:schemeClr val="bg1"/>
                    </a:solidFill>
                  </a:tcPr>
                </a:tc>
                <a:tc>
                  <a:txBody>
                    <a:bodyPr/>
                    <a:lstStyle/>
                    <a:p>
                      <a:pPr algn="ctr" fontAlgn="b"/>
                      <a:r>
                        <a:rPr lang="en-US" sz="900" b="0" i="0" u="none" strike="noStrike">
                          <a:solidFill>
                            <a:srgbClr val="000000"/>
                          </a:solidFill>
                          <a:effectLst/>
                          <a:latin typeface="+mn-lt"/>
                        </a:rPr>
                        <a:t>N</a:t>
                      </a:r>
                    </a:p>
                  </a:txBody>
                  <a:tcPr marR="0" marT="0" marB="0" anchor="ctr">
                    <a:lnT w="12700" cmpd="sng">
                      <a:noFill/>
                    </a:lnT>
                    <a:solidFill>
                      <a:schemeClr val="bg1"/>
                    </a:solidFill>
                  </a:tcPr>
                </a:tc>
                <a:extLst>
                  <a:ext uri="{0D108BD9-81ED-4DB2-BD59-A6C34878D82A}">
                    <a16:rowId xmlns:a16="http://schemas.microsoft.com/office/drawing/2014/main" val="831875768"/>
                  </a:ext>
                </a:extLst>
              </a:tr>
              <a:tr h="206509">
                <a:tc>
                  <a:txBody>
                    <a:bodyPr/>
                    <a:lstStyle/>
                    <a:p>
                      <a:pPr algn="l" fontAlgn="b"/>
                      <a:r>
                        <a:rPr lang="en-US" sz="900" b="0" i="0" u="none" strike="noStrike">
                          <a:solidFill>
                            <a:srgbClr val="000000"/>
                          </a:solidFill>
                          <a:effectLst/>
                          <a:latin typeface="+mn-lt"/>
                        </a:rPr>
                        <a:t>100265</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7-Jan-21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14,100,000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3224505627"/>
                  </a:ext>
                </a:extLst>
              </a:tr>
              <a:tr h="206509">
                <a:tc>
                  <a:txBody>
                    <a:bodyPr/>
                    <a:lstStyle/>
                    <a:p>
                      <a:pPr algn="l" fontAlgn="b"/>
                      <a:r>
                        <a:rPr lang="en-US" sz="900" b="0" i="0" u="none" strike="noStrike">
                          <a:solidFill>
                            <a:srgbClr val="000000"/>
                          </a:solidFill>
                          <a:effectLst/>
                          <a:latin typeface="+mn-lt"/>
                        </a:rPr>
                        <a:t>100357</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8-Jan-21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4,762,808</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Other</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3568408930"/>
                  </a:ext>
                </a:extLst>
              </a:tr>
              <a:tr h="206509">
                <a:tc>
                  <a:txBody>
                    <a:bodyPr/>
                    <a:lstStyle/>
                    <a:p>
                      <a:pPr algn="l" fontAlgn="b"/>
                      <a:r>
                        <a:rPr lang="en-US" sz="900" b="0" i="0" u="none" strike="noStrike">
                          <a:solidFill>
                            <a:srgbClr val="000000"/>
                          </a:solidFill>
                          <a:effectLst/>
                          <a:latin typeface="+mn-lt"/>
                        </a:rPr>
                        <a:t>100399</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8-Jan-21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13,925,190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1072570349"/>
                  </a:ext>
                </a:extLst>
              </a:tr>
              <a:tr h="206509">
                <a:tc>
                  <a:txBody>
                    <a:bodyPr/>
                    <a:lstStyle/>
                    <a:p>
                      <a:pPr algn="l" fontAlgn="b"/>
                      <a:r>
                        <a:rPr lang="en-US" sz="900" b="0" i="0" u="none" strike="noStrike">
                          <a:solidFill>
                            <a:srgbClr val="000000"/>
                          </a:solidFill>
                          <a:effectLst/>
                          <a:latin typeface="+mn-lt"/>
                        </a:rPr>
                        <a:t>100329</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9-Jan-21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NY</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6,350,000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Frame</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Apartment</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694027105"/>
                  </a:ext>
                </a:extLst>
              </a:tr>
              <a:tr h="206509">
                <a:tc>
                  <a:txBody>
                    <a:bodyPr/>
                    <a:lstStyle/>
                    <a:p>
                      <a:pPr algn="l" fontAlgn="b"/>
                      <a:r>
                        <a:rPr lang="en-US" sz="900" b="0" i="0" u="none" strike="noStrike">
                          <a:solidFill>
                            <a:srgbClr val="000000"/>
                          </a:solidFill>
                          <a:effectLst/>
                          <a:latin typeface="+mn-lt"/>
                        </a:rPr>
                        <a:t>100429</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9-Jan-21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WI</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Midwest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4,036,000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Medical</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3851290498"/>
                  </a:ext>
                </a:extLst>
              </a:tr>
              <a:tr h="129846">
                <a:tc>
                  <a:txBody>
                    <a:bodyPr/>
                    <a:lstStyle/>
                    <a:p>
                      <a:pPr algn="l" fontAlgn="b"/>
                      <a:r>
                        <a:rPr lang="en-US" sz="900" b="0" i="0" u="none" strike="noStrike">
                          <a:solidFill>
                            <a:srgbClr val="000000"/>
                          </a:solidFill>
                          <a:effectLst/>
                          <a:latin typeface="+mn-lt"/>
                        </a:rPr>
                        <a:t>100441</a:t>
                      </a:r>
                    </a:p>
                  </a:txBody>
                  <a:tcPr marL="274320" marR="0" marT="0" marB="0" anchor="ctr">
                    <a:solidFill>
                      <a:schemeClr val="bg1"/>
                    </a:solidFill>
                  </a:tcPr>
                </a:tc>
                <a:tc>
                  <a:txBody>
                    <a:bodyPr/>
                    <a:lstStyle/>
                    <a:p>
                      <a:pPr algn="l" fontAlgn="b"/>
                      <a:r>
                        <a:rPr lang="en-US" sz="900" b="0" i="0" u="none" strike="noStrike">
                          <a:solidFill>
                            <a:schemeClr val="bg1"/>
                          </a:solidFill>
                          <a:effectLst/>
                          <a:latin typeface="+mn-lt"/>
                        </a:rPr>
                        <a:t>10-Jan-21</a:t>
                      </a:r>
                    </a:p>
                  </a:txBody>
                  <a:tcPr marR="0" marT="0" marB="0" anchor="ctr">
                    <a:solidFill>
                      <a:schemeClr val="tx2"/>
                    </a:solidFill>
                  </a:tcPr>
                </a:tc>
                <a:tc>
                  <a:txBody>
                    <a:bodyPr/>
                    <a:lstStyle/>
                    <a:p>
                      <a:pPr algn="l" fontAlgn="b"/>
                      <a:r>
                        <a:rPr lang="en-US" sz="900" b="0" i="0" u="none" strike="noStrike">
                          <a:solidFill>
                            <a:schemeClr val="bg1"/>
                          </a:solidFill>
                          <a:effectLst/>
                          <a:latin typeface="+mn-lt"/>
                        </a:rPr>
                        <a:t>Urban</a:t>
                      </a:r>
                    </a:p>
                  </a:txBody>
                  <a:tcPr marR="0" marT="0" marB="0" anchor="ctr">
                    <a:solidFill>
                      <a:schemeClr val="accent1"/>
                    </a:solidFill>
                  </a:tcPr>
                </a:tc>
                <a:tc>
                  <a:txBody>
                    <a:bodyPr/>
                    <a:lstStyle/>
                    <a:p>
                      <a:pPr algn="l" fontAlgn="b"/>
                      <a:r>
                        <a:rPr lang="en-US" sz="900" b="0" i="0" u="none" strike="noStrike">
                          <a:solidFill>
                            <a:srgbClr val="000000"/>
                          </a:solidFill>
                          <a:effectLst/>
                          <a:latin typeface="+mn-lt"/>
                        </a:rPr>
                        <a:t>NJ</a:t>
                      </a:r>
                    </a:p>
                  </a:txBody>
                  <a:tcPr marR="0" marT="0" marB="0" anchor="ctr">
                    <a:solidFill>
                      <a:srgbClr val="9C9FA1"/>
                    </a:solidFill>
                  </a:tcPr>
                </a:tc>
                <a:tc>
                  <a:txBody>
                    <a:bodyPr/>
                    <a:lstStyle/>
                    <a:p>
                      <a:pPr algn="l" fontAlgn="b"/>
                      <a:r>
                        <a:rPr lang="en-US" sz="900" b="0" i="0" u="none" strike="noStrike">
                          <a:solidFill>
                            <a:srgbClr val="000000"/>
                          </a:solidFill>
                          <a:effectLst/>
                          <a:latin typeface="+mn-lt"/>
                        </a:rPr>
                        <a:t>East</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472,800</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Masonry</a:t>
                      </a:r>
                    </a:p>
                  </a:txBody>
                  <a:tcPr marR="0" marT="0" marB="0" anchor="ctr">
                    <a:solidFill>
                      <a:schemeClr val="bg1"/>
                    </a:solidFill>
                  </a:tcPr>
                </a:tc>
                <a:tc>
                  <a:txBody>
                    <a:bodyPr/>
                    <a:lstStyle/>
                    <a:p>
                      <a:pPr algn="l" fontAlgn="b"/>
                      <a:r>
                        <a:rPr lang="en-US" sz="900" b="0" i="0" u="none" strike="noStrike">
                          <a:solidFill>
                            <a:srgbClr val="000000"/>
                          </a:solidFill>
                          <a:effectLst/>
                          <a:latin typeface="+mn-lt"/>
                        </a:rPr>
                        <a:t>Retail</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tc>
                  <a:txBody>
                    <a:bodyPr/>
                    <a:lstStyle/>
                    <a:p>
                      <a:pPr algn="ctr" fontAlgn="b"/>
                      <a:r>
                        <a:rPr lang="en-US" sz="900" b="0" i="0" u="none" strike="noStrike">
                          <a:solidFill>
                            <a:srgbClr val="000000"/>
                          </a:solidFill>
                          <a:effectLst/>
                          <a:latin typeface="+mn-lt"/>
                        </a:rPr>
                        <a:t>Y</a:t>
                      </a:r>
                    </a:p>
                  </a:txBody>
                  <a:tcPr marR="0" marT="0" marB="0" anchor="ctr">
                    <a:solidFill>
                      <a:schemeClr val="bg1"/>
                    </a:solidFill>
                  </a:tcPr>
                </a:tc>
                <a:extLst>
                  <a:ext uri="{0D108BD9-81ED-4DB2-BD59-A6C34878D82A}">
                    <a16:rowId xmlns:a16="http://schemas.microsoft.com/office/drawing/2014/main" val="588456552"/>
                  </a:ext>
                </a:extLst>
              </a:tr>
            </a:tbl>
          </a:graphicData>
        </a:graphic>
      </p:graphicFrame>
      <p:sp>
        <p:nvSpPr>
          <p:cNvPr id="12" name="Text Placeholder 11">
            <a:extLst>
              <a:ext uri="{FF2B5EF4-FFF2-40B4-BE49-F238E27FC236}">
                <a16:creationId xmlns:a16="http://schemas.microsoft.com/office/drawing/2014/main" id="{90F64043-BA57-50AE-1774-264B735CF89B}"/>
              </a:ext>
            </a:extLst>
          </p:cNvPr>
          <p:cNvSpPr>
            <a:spLocks noGrp="1"/>
          </p:cNvSpPr>
          <p:nvPr>
            <p:ph type="body" sz="quarter" idx="29"/>
          </p:nvPr>
        </p:nvSpPr>
        <p:spPr>
          <a:xfrm>
            <a:off x="546100" y="1849436"/>
            <a:ext cx="9683496" cy="296864"/>
          </a:xfrm>
        </p:spPr>
        <p:txBody>
          <a:bodyPr/>
          <a:lstStyle/>
          <a:p>
            <a:r>
              <a:rPr lang="en-US"/>
              <a:t>H3 Heading</a:t>
            </a:r>
          </a:p>
        </p:txBody>
      </p:sp>
      <p:sp>
        <p:nvSpPr>
          <p:cNvPr id="19" name="Text Placeholder 18">
            <a:extLst>
              <a:ext uri="{FF2B5EF4-FFF2-40B4-BE49-F238E27FC236}">
                <a16:creationId xmlns:a16="http://schemas.microsoft.com/office/drawing/2014/main" id="{195BEF06-76C8-582D-2FD8-FF6710FCFF60}"/>
              </a:ext>
            </a:extLst>
          </p:cNvPr>
          <p:cNvSpPr>
            <a:spLocks noGrp="1"/>
          </p:cNvSpPr>
          <p:nvPr>
            <p:ph type="body" sz="quarter" idx="19"/>
          </p:nvPr>
        </p:nvSpPr>
        <p:spPr/>
        <p:txBody>
          <a:bodyPr/>
          <a:lstStyle/>
          <a:p>
            <a:endParaRPr lang="en-US"/>
          </a:p>
        </p:txBody>
      </p:sp>
    </p:spTree>
    <p:extLst>
      <p:ext uri="{BB962C8B-B14F-4D97-AF65-F5344CB8AC3E}">
        <p14:creationId xmlns:p14="http://schemas.microsoft.com/office/powerpoint/2010/main" val="2646966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D6B08D-80C8-44C9-0143-75FA4B5DBAA5}"/>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16</a:t>
            </a:fld>
            <a:endParaRPr lang="en-US"/>
          </a:p>
        </p:txBody>
      </p:sp>
      <p:sp>
        <p:nvSpPr>
          <p:cNvPr id="7" name="Content Placeholder 6">
            <a:extLst>
              <a:ext uri="{FF2B5EF4-FFF2-40B4-BE49-F238E27FC236}">
                <a16:creationId xmlns:a16="http://schemas.microsoft.com/office/drawing/2014/main" id="{4CDD2016-E81E-BA3E-1537-38CB6EB0170B}"/>
              </a:ext>
            </a:extLst>
          </p:cNvPr>
          <p:cNvSpPr>
            <a:spLocks noGrp="1"/>
          </p:cNvSpPr>
          <p:nvPr>
            <p:ph sz="quarter" idx="18"/>
          </p:nvPr>
        </p:nvSpPr>
        <p:spPr>
          <a:xfrm>
            <a:off x="4781551" y="697706"/>
            <a:ext cx="6856412" cy="5469732"/>
          </a:xfrm>
        </p:spPr>
        <p:txBody>
          <a:bodyPr>
            <a:noAutofit/>
          </a:bodyPr>
          <a:lstStyle/>
          <a:p>
            <a:r>
              <a:rPr lang="en-US" dirty="0" err="1"/>
              <a:t>Firstname</a:t>
            </a:r>
            <a:r>
              <a:rPr lang="en-US" dirty="0"/>
              <a:t> </a:t>
            </a:r>
            <a:r>
              <a:rPr lang="en-US" dirty="0" err="1"/>
              <a:t>Lastname</a:t>
            </a:r>
            <a:endParaRPr lang="en-US" dirty="0"/>
          </a:p>
          <a:p>
            <a:pPr marL="279400" lvl="1" indent="-279400"/>
            <a:r>
              <a:rPr lang="en-US" dirty="0"/>
              <a:t>Title/department</a:t>
            </a:r>
          </a:p>
          <a:p>
            <a:pPr lvl="2"/>
            <a:r>
              <a:rPr lang="en-US" dirty="0"/>
              <a:t>This bio can be set to use two columns. Et fugit ma qui od </a:t>
            </a:r>
            <a:r>
              <a:rPr lang="en-US" dirty="0" err="1"/>
              <a:t>utenistio</a:t>
            </a:r>
            <a:r>
              <a:rPr lang="en-US" dirty="0"/>
              <a:t> </a:t>
            </a:r>
            <a:r>
              <a:rPr lang="en-US" dirty="0" err="1"/>
              <a:t>est</a:t>
            </a:r>
            <a:r>
              <a:rPr lang="en-US" dirty="0"/>
              <a:t> </a:t>
            </a:r>
            <a:r>
              <a:rPr lang="en-US" dirty="0" err="1"/>
              <a:t>quatem</a:t>
            </a:r>
            <a:r>
              <a:rPr lang="en-US" dirty="0"/>
              <a:t> </a:t>
            </a:r>
            <a:r>
              <a:rPr lang="en-US" dirty="0" err="1"/>
              <a:t>eos</a:t>
            </a:r>
            <a:r>
              <a:rPr lang="en-US" dirty="0"/>
              <a:t> </a:t>
            </a:r>
            <a:r>
              <a:rPr lang="en-US" dirty="0" err="1"/>
              <a:t>velitatur</a:t>
            </a:r>
            <a:r>
              <a:rPr lang="en-US" dirty="0"/>
              <a:t>, </a:t>
            </a:r>
            <a:r>
              <a:rPr lang="en-US" dirty="0" err="1"/>
              <a:t>ulparum</a:t>
            </a:r>
            <a:r>
              <a:rPr lang="en-US" dirty="0"/>
              <a:t> sed </a:t>
            </a:r>
            <a:r>
              <a:rPr lang="en-US" dirty="0" err="1"/>
              <a:t>unt</a:t>
            </a:r>
            <a:r>
              <a:rPr lang="en-US" dirty="0"/>
              <a:t> </a:t>
            </a:r>
            <a:r>
              <a:rPr lang="en-US" dirty="0" err="1"/>
              <a:t>invendiorum</a:t>
            </a:r>
            <a:r>
              <a:rPr lang="en-US" dirty="0"/>
              <a:t> </a:t>
            </a:r>
            <a:r>
              <a:rPr lang="en-US" dirty="0" err="1"/>
              <a:t>restrum</a:t>
            </a:r>
            <a:r>
              <a:rPr lang="en-US" dirty="0"/>
              <a:t> </a:t>
            </a:r>
            <a:r>
              <a:rPr lang="en-US" dirty="0" err="1"/>
              <a:t>quas</a:t>
            </a:r>
            <a:r>
              <a:rPr lang="en-US" dirty="0"/>
              <a:t> </a:t>
            </a:r>
            <a:r>
              <a:rPr lang="en-US" dirty="0" err="1"/>
              <a:t>dolectur</a:t>
            </a:r>
            <a:r>
              <a:rPr lang="en-US" dirty="0"/>
              <a:t>. Qui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a:t>
            </a:r>
          </a:p>
          <a:p>
            <a:pPr lvl="3"/>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Sitioreperum</a:t>
            </a:r>
            <a:r>
              <a:rPr lang="en-US" dirty="0"/>
              <a:t> </a:t>
            </a:r>
            <a:r>
              <a:rPr lang="en-US" dirty="0" err="1"/>
              <a:t>estemol</a:t>
            </a:r>
            <a:r>
              <a:rPr lang="en-US" dirty="0"/>
              <a:t> </a:t>
            </a:r>
            <a:r>
              <a:rPr lang="en-US" dirty="0" err="1"/>
              <a:t>eseque</a:t>
            </a:r>
            <a:r>
              <a:rPr lang="en-US" dirty="0"/>
              <a:t> nobis </a:t>
            </a:r>
            <a:r>
              <a:rPr lang="en-US" dirty="0" err="1"/>
              <a:t>venda</a:t>
            </a:r>
            <a:r>
              <a:rPr lang="en-US" dirty="0"/>
              <a:t> dis </a:t>
            </a:r>
            <a:r>
              <a:rPr lang="en-US" dirty="0" err="1"/>
              <a:t>expernatem</a:t>
            </a:r>
            <a:r>
              <a:rPr lang="en-US" dirty="0"/>
              <a:t> </a:t>
            </a:r>
            <a:r>
              <a:rPr lang="en-US" dirty="0" err="1"/>
              <a:t>arcipsandit</a:t>
            </a:r>
            <a:r>
              <a:rPr lang="en-US" dirty="0"/>
              <a:t> as ex </a:t>
            </a:r>
            <a:r>
              <a:rPr lang="en-US" dirty="0" err="1"/>
              <a:t>etur</a:t>
            </a:r>
            <a:r>
              <a:rPr lang="en-US" dirty="0"/>
              <a:t> </a:t>
            </a:r>
            <a:r>
              <a:rPr lang="en-US" dirty="0" err="1"/>
              <a:t>molupti</a:t>
            </a:r>
            <a:r>
              <a:rPr lang="en-US" dirty="0"/>
              <a:t> </a:t>
            </a:r>
            <a:r>
              <a:rPr lang="en-US" dirty="0" err="1"/>
              <a:t>voloribus</a:t>
            </a:r>
            <a:r>
              <a:rPr lang="en-US" dirty="0"/>
              <a:t>, </a:t>
            </a:r>
            <a:r>
              <a:rPr lang="en-US" dirty="0" err="1"/>
              <a:t>volupta</a:t>
            </a:r>
            <a:r>
              <a:rPr lang="en-US" dirty="0"/>
              <a:t> ab </a:t>
            </a:r>
            <a:r>
              <a:rPr lang="en-US" dirty="0" err="1"/>
              <a:t>illuptae</a:t>
            </a:r>
            <a:r>
              <a:rPr lang="en-US" dirty="0"/>
              <a:t> </a:t>
            </a:r>
            <a:r>
              <a:rPr lang="en-US" dirty="0" err="1"/>
              <a:t>sape</a:t>
            </a:r>
            <a:r>
              <a:rPr lang="en-US" dirty="0"/>
              <a:t> </a:t>
            </a:r>
            <a:r>
              <a:rPr lang="en-US" dirty="0" err="1"/>
              <a:t>sitis</a:t>
            </a:r>
            <a:r>
              <a:rPr lang="en-US" dirty="0"/>
              <a:t> </a:t>
            </a:r>
            <a:r>
              <a:rPr lang="en-US" dirty="0" err="1"/>
              <a:t>ditaesti</a:t>
            </a:r>
            <a:r>
              <a:rPr lang="en-US" dirty="0"/>
              <a:t> </a:t>
            </a:r>
            <a:r>
              <a:rPr lang="en-US" dirty="0" err="1"/>
              <a:t>opta</a:t>
            </a:r>
            <a:r>
              <a:rPr lang="en-US" dirty="0"/>
              <a:t> </a:t>
            </a:r>
            <a:r>
              <a:rPr lang="en-US" dirty="0" err="1"/>
              <a:t>nist</a:t>
            </a:r>
            <a:r>
              <a:rPr lang="en-US" dirty="0"/>
              <a:t> </a:t>
            </a:r>
            <a:r>
              <a:rPr lang="en-US" dirty="0" err="1"/>
              <a:t>quia</a:t>
            </a:r>
            <a:r>
              <a:rPr lang="en-US" dirty="0"/>
              <a:t> </a:t>
            </a:r>
            <a:r>
              <a:rPr lang="en-US" dirty="0" err="1"/>
              <a:t>apientium</a:t>
            </a:r>
            <a:r>
              <a:rPr lang="en-US" dirty="0"/>
              <a:t> </a:t>
            </a:r>
            <a:r>
              <a:rPr lang="en-US" dirty="0" err="1"/>
              <a:t>vellent</a:t>
            </a:r>
            <a:r>
              <a:rPr lang="en-US" dirty="0"/>
              <a:t> </a:t>
            </a:r>
            <a:r>
              <a:rPr lang="en-US" dirty="0" err="1"/>
              <a:t>anit</a:t>
            </a:r>
            <a:r>
              <a:rPr lang="en-US" dirty="0"/>
              <a:t> </a:t>
            </a:r>
            <a:r>
              <a:rPr lang="en-US" dirty="0" err="1"/>
              <a:t>vollores</a:t>
            </a:r>
            <a:r>
              <a:rPr lang="en-US" dirty="0"/>
              <a:t> </a:t>
            </a:r>
            <a:r>
              <a:rPr lang="en-US" dirty="0" err="1"/>
              <a:t>nectem</a:t>
            </a:r>
            <a:r>
              <a:rPr lang="en-US" dirty="0"/>
              <a:t> </a:t>
            </a:r>
            <a:r>
              <a:rPr lang="en-US" dirty="0" err="1"/>
              <a:t>ut</a:t>
            </a:r>
            <a:r>
              <a:rPr lang="en-US" dirty="0"/>
              <a:t> </a:t>
            </a:r>
            <a:r>
              <a:rPr lang="en-US" dirty="0" err="1"/>
              <a:t>exernatquiam</a:t>
            </a:r>
            <a:r>
              <a:rPr lang="en-US" dirty="0"/>
              <a:t> </a:t>
            </a:r>
            <a:r>
              <a:rPr lang="en-US" dirty="0" err="1"/>
              <a:t>aut</a:t>
            </a:r>
            <a:r>
              <a:rPr lang="en-US" dirty="0"/>
              <a:t> </a:t>
            </a:r>
            <a:r>
              <a:rPr lang="en-US" dirty="0" err="1"/>
              <a:t>volorer</a:t>
            </a:r>
            <a:r>
              <a:rPr lang="en-US" dirty="0"/>
              <a:t> </a:t>
            </a:r>
            <a:r>
              <a:rPr lang="en-US" dirty="0" err="1"/>
              <a:t>fernatur</a:t>
            </a:r>
            <a:r>
              <a:rPr lang="en-US" dirty="0"/>
              <a:t>, </a:t>
            </a:r>
            <a:r>
              <a:rPr lang="en-US" dirty="0" err="1"/>
              <a:t>omnihilia</a:t>
            </a:r>
            <a:r>
              <a:rPr lang="en-US" dirty="0"/>
              <a:t> </a:t>
            </a:r>
            <a:r>
              <a:rPr lang="en-US" dirty="0" err="1"/>
              <a:t>volum</a:t>
            </a:r>
            <a:r>
              <a:rPr lang="en-US" dirty="0"/>
              <a:t> </a:t>
            </a:r>
            <a:r>
              <a:rPr lang="en-US" dirty="0" err="1"/>
              <a:t>fuga.Litatiur</a:t>
            </a:r>
            <a:r>
              <a:rPr lang="en-US" dirty="0"/>
              <a:t> </a:t>
            </a:r>
            <a:r>
              <a:rPr lang="en-US" dirty="0" err="1"/>
              <a:t>sam</a:t>
            </a:r>
            <a:r>
              <a:rPr lang="en-US" dirty="0"/>
              <a:t> et </a:t>
            </a:r>
            <a:r>
              <a:rPr lang="en-US" dirty="0" err="1"/>
              <a:t>quam</a:t>
            </a:r>
            <a:r>
              <a:rPr lang="en-US" dirty="0"/>
              <a:t> </a:t>
            </a:r>
            <a:r>
              <a:rPr lang="en-US" dirty="0" err="1"/>
              <a:t>hil</a:t>
            </a:r>
            <a:r>
              <a:rPr lang="en-US" dirty="0"/>
              <a:t> </a:t>
            </a:r>
            <a:r>
              <a:rPr lang="en-US" dirty="0" err="1"/>
              <a:t>inulpa</a:t>
            </a:r>
            <a:r>
              <a:rPr lang="en-US" dirty="0"/>
              <a:t> </a:t>
            </a:r>
            <a:r>
              <a:rPr lang="en-US" dirty="0" err="1"/>
              <a:t>sandae</a:t>
            </a:r>
            <a:r>
              <a:rPr lang="en-US" dirty="0"/>
              <a:t> </a:t>
            </a:r>
            <a:r>
              <a:rPr lang="en-US" dirty="0" err="1"/>
              <a:t>preriaestio</a:t>
            </a:r>
            <a:r>
              <a:rPr lang="en-US" dirty="0"/>
              <a:t>. </a:t>
            </a:r>
            <a:r>
              <a:rPr lang="en-US" dirty="0" err="1"/>
              <a:t>Itatur</a:t>
            </a:r>
            <a:r>
              <a:rPr lang="en-US" dirty="0"/>
              <a:t>, </a:t>
            </a:r>
            <a:r>
              <a:rPr lang="en-US" dirty="0" err="1"/>
              <a:t>si</a:t>
            </a:r>
            <a:r>
              <a:rPr lang="en-US" dirty="0"/>
              <a:t> debit </a:t>
            </a:r>
            <a:r>
              <a:rPr lang="en-US" dirty="0" err="1"/>
              <a:t>ero</a:t>
            </a:r>
            <a:r>
              <a:rPr lang="en-US" dirty="0"/>
              <a:t> </a:t>
            </a:r>
            <a:r>
              <a:rPr lang="en-US" dirty="0" err="1"/>
              <a:t>dolo</a:t>
            </a:r>
            <a:r>
              <a:rPr lang="en-US" dirty="0"/>
              <a:t> </a:t>
            </a:r>
            <a:r>
              <a:rPr lang="en-US" dirty="0" err="1"/>
              <a:t>tem</a:t>
            </a:r>
            <a:r>
              <a:rPr lang="en-US" dirty="0"/>
              <a:t> </a:t>
            </a:r>
            <a:r>
              <a:rPr lang="en-US" dirty="0" err="1"/>
              <a:t>dolorro</a:t>
            </a:r>
            <a:r>
              <a:rPr lang="en-US" dirty="0"/>
              <a:t>.</a:t>
            </a:r>
          </a:p>
          <a:p>
            <a:pPr lvl="3"/>
            <a:r>
              <a:rPr lang="en-US" dirty="0"/>
              <a:t>Ro </a:t>
            </a:r>
            <a:r>
              <a:rPr lang="en-US" dirty="0" err="1"/>
              <a:t>ui</a:t>
            </a:r>
            <a:r>
              <a:rPr lang="en-US" dirty="0"/>
              <a:t> </a:t>
            </a:r>
            <a:r>
              <a:rPr lang="en-US" dirty="0" err="1"/>
              <a:t>doluptatem</a:t>
            </a:r>
            <a:r>
              <a:rPr lang="en-US" dirty="0"/>
              <a:t> et </a:t>
            </a:r>
            <a:r>
              <a:rPr lang="en-US" dirty="0" err="1"/>
              <a:t>repudis</a:t>
            </a:r>
            <a:r>
              <a:rPr lang="en-US" dirty="0"/>
              <a:t> </a:t>
            </a:r>
            <a:r>
              <a:rPr lang="en-US" dirty="0" err="1"/>
              <a:t>moloren</a:t>
            </a:r>
            <a:r>
              <a:rPr lang="en-US" dirty="0"/>
              <a:t> </a:t>
            </a:r>
            <a:r>
              <a:rPr lang="en-US" dirty="0" err="1"/>
              <a:t>dipsam</a:t>
            </a:r>
            <a:r>
              <a:rPr lang="en-US" dirty="0"/>
              <a:t>, </a:t>
            </a:r>
            <a:r>
              <a:rPr lang="en-US" dirty="0" err="1"/>
              <a:t>te</a:t>
            </a:r>
            <a:r>
              <a:rPr lang="en-US" dirty="0"/>
              <a:t> lab </a:t>
            </a:r>
            <a:r>
              <a:rPr lang="en-US" dirty="0" err="1"/>
              <a:t>iminvel</a:t>
            </a:r>
            <a:r>
              <a:rPr lang="en-US" dirty="0"/>
              <a:t> </a:t>
            </a:r>
            <a:r>
              <a:rPr lang="en-US" dirty="0" err="1"/>
              <a:t>iberibus</a:t>
            </a:r>
            <a:r>
              <a:rPr lang="en-US" dirty="0"/>
              <a:t> </a:t>
            </a:r>
            <a:r>
              <a:rPr lang="en-US" dirty="0" err="1"/>
              <a:t>dolorum</a:t>
            </a:r>
            <a:r>
              <a:rPr lang="en-US" dirty="0"/>
              <a:t> qui </a:t>
            </a:r>
            <a:r>
              <a:rPr lang="en-US" dirty="0" err="1"/>
              <a:t>dolorernati</a:t>
            </a:r>
            <a:r>
              <a:rPr lang="en-US" dirty="0"/>
              <a:t> </a:t>
            </a:r>
            <a:r>
              <a:rPr lang="en-US" dirty="0" err="1"/>
              <a:t>verferum</a:t>
            </a:r>
            <a:r>
              <a:rPr lang="en-US" dirty="0"/>
              <a:t> </a:t>
            </a:r>
            <a:r>
              <a:rPr lang="en-US" dirty="0" err="1"/>
              <a:t>laboreperum</a:t>
            </a:r>
            <a:r>
              <a:rPr lang="en-US" dirty="0"/>
              <a:t> int, qui </a:t>
            </a:r>
            <a:r>
              <a:rPr lang="en-US" dirty="0" err="1"/>
              <a:t>occatem</a:t>
            </a:r>
            <a:r>
              <a:rPr lang="en-US" dirty="0"/>
              <a:t> </a:t>
            </a:r>
            <a:r>
              <a:rPr lang="en-US" dirty="0" err="1"/>
              <a:t>porehent</a:t>
            </a:r>
            <a:r>
              <a:rPr lang="en-US" dirty="0"/>
              <a:t> </a:t>
            </a:r>
            <a:r>
              <a:rPr lang="en-US" dirty="0" err="1"/>
              <a:t>modi</a:t>
            </a:r>
            <a:r>
              <a:rPr lang="en-US" dirty="0"/>
              <a:t> </a:t>
            </a:r>
            <a:r>
              <a:rPr lang="en-US" dirty="0" err="1"/>
              <a:t>utassequunt</a:t>
            </a:r>
            <a:r>
              <a:rPr lang="en-US" dirty="0"/>
              <a:t> </a:t>
            </a:r>
            <a:r>
              <a:rPr lang="en-US" dirty="0" err="1"/>
              <a:t>everum</a:t>
            </a:r>
            <a:r>
              <a:rPr lang="en-US" dirty="0"/>
              <a:t> rem </a:t>
            </a:r>
            <a:r>
              <a:rPr lang="en-US" dirty="0" err="1"/>
              <a:t>voluptae</a:t>
            </a:r>
            <a:r>
              <a:rPr lang="en-US" dirty="0"/>
              <a:t> </a:t>
            </a:r>
            <a:r>
              <a:rPr lang="en-US" dirty="0" err="1"/>
              <a:t>sitiur</a:t>
            </a:r>
            <a:r>
              <a:rPr lang="en-US" dirty="0"/>
              <a:t> </a:t>
            </a:r>
            <a:r>
              <a:rPr lang="en-US" dirty="0" err="1"/>
              <a:t>aut</a:t>
            </a:r>
            <a:r>
              <a:rPr lang="en-US" dirty="0"/>
              <a:t>.</a:t>
            </a:r>
          </a:p>
          <a:p>
            <a:pPr marL="279400" lvl="1" indent="-279400">
              <a:lnSpc>
                <a:spcPct val="100000"/>
              </a:lnSpc>
              <a:spcAft>
                <a:spcPts val="800"/>
              </a:spcAft>
              <a:buClr>
                <a:srgbClr val="000000"/>
              </a:buClr>
              <a:buSzPct val="119000"/>
              <a:buFont typeface="Wingdings 3" pitchFamily="2" charset="2"/>
              <a:buChar char=""/>
            </a:pPr>
            <a:r>
              <a:rPr lang="en-US" sz="1400" dirty="0" err="1"/>
              <a:t>Erumquas</a:t>
            </a:r>
            <a:r>
              <a:rPr lang="en-US" sz="1400" dirty="0"/>
              <a:t> </a:t>
            </a:r>
            <a:r>
              <a:rPr lang="en-US" sz="1400" dirty="0" err="1"/>
              <a:t>minulla</a:t>
            </a:r>
            <a:r>
              <a:rPr lang="en-US" sz="1400" dirty="0"/>
              <a:t> </a:t>
            </a:r>
            <a:r>
              <a:rPr lang="en-US" sz="1400" dirty="0" err="1"/>
              <a:t>borrovit</a:t>
            </a:r>
            <a:r>
              <a:rPr lang="en-US" sz="1400" dirty="0"/>
              <a:t> </a:t>
            </a:r>
            <a:r>
              <a:rPr lang="en-US" sz="1400" dirty="0" err="1"/>
              <a:t>assimi</a:t>
            </a:r>
            <a:r>
              <a:rPr lang="en-US" sz="1400" dirty="0"/>
              <a:t>, </a:t>
            </a:r>
            <a:r>
              <a:rPr lang="en-US" sz="1400" dirty="0" err="1"/>
              <a:t>toratem</a:t>
            </a:r>
            <a:r>
              <a:rPr lang="en-US" sz="1400" dirty="0"/>
              <a:t> </a:t>
            </a:r>
            <a:r>
              <a:rPr lang="en-US" sz="1400" dirty="0" err="1"/>
              <a:t>sant</a:t>
            </a:r>
            <a:r>
              <a:rPr lang="en-US" sz="1400" dirty="0"/>
              <a:t> </a:t>
            </a:r>
            <a:r>
              <a:rPr lang="en-US" sz="1400" dirty="0" err="1"/>
              <a:t>officiisse</a:t>
            </a:r>
            <a:r>
              <a:rPr lang="en-US" sz="1400" dirty="0"/>
              <a:t> </a:t>
            </a:r>
            <a:r>
              <a:rPr lang="en-US" sz="1400" dirty="0" err="1"/>
              <a:t>natium</a:t>
            </a:r>
            <a:r>
              <a:rPr lang="en-US" sz="1400" dirty="0"/>
              <a:t> re </a:t>
            </a:r>
            <a:r>
              <a:rPr lang="en-US" sz="1400" dirty="0" err="1"/>
              <a:t>velitate</a:t>
            </a:r>
            <a:r>
              <a:rPr lang="en-US" sz="1400" dirty="0"/>
              <a:t> que </a:t>
            </a:r>
            <a:r>
              <a:rPr lang="en-US" sz="1400" dirty="0" err="1"/>
              <a:t>volupti</a:t>
            </a:r>
            <a:r>
              <a:rPr lang="en-US" sz="1400" dirty="0"/>
              <a:t> </a:t>
            </a:r>
            <a:r>
              <a:rPr lang="en-US" sz="1400" dirty="0" err="1"/>
              <a:t>busdam</a:t>
            </a:r>
            <a:endParaRPr lang="en-US" sz="1400" dirty="0"/>
          </a:p>
          <a:p>
            <a:pPr marL="279400" lvl="1" indent="-279400">
              <a:lnSpc>
                <a:spcPct val="100000"/>
              </a:lnSpc>
              <a:spcAft>
                <a:spcPts val="800"/>
              </a:spcAft>
              <a:buClr>
                <a:srgbClr val="000000"/>
              </a:buClr>
              <a:buSzPct val="119000"/>
              <a:buFont typeface="Wingdings 3" pitchFamily="2" charset="2"/>
              <a:buChar char=""/>
            </a:pPr>
            <a:r>
              <a:rPr lang="en-US" sz="1400" dirty="0"/>
              <a:t>Les ant. Ut a </a:t>
            </a:r>
            <a:r>
              <a:rPr lang="en-US" sz="1400" dirty="0" err="1"/>
              <a:t>namus</a:t>
            </a:r>
            <a:r>
              <a:rPr lang="en-US" sz="1400" dirty="0"/>
              <a:t> </a:t>
            </a:r>
            <a:r>
              <a:rPr lang="en-US" sz="1400" dirty="0" err="1"/>
              <a:t>magni</a:t>
            </a:r>
            <a:r>
              <a:rPr lang="en-US" sz="1400" dirty="0"/>
              <a:t> </a:t>
            </a:r>
            <a:r>
              <a:rPr lang="en-US" sz="1400" dirty="0" err="1"/>
              <a:t>bearit</a:t>
            </a:r>
            <a:r>
              <a:rPr lang="en-US" sz="1400" dirty="0"/>
              <a:t> </a:t>
            </a:r>
            <a:r>
              <a:rPr lang="en-US" sz="1400" dirty="0" err="1"/>
              <a:t>eum</a:t>
            </a:r>
            <a:r>
              <a:rPr lang="en-US" sz="1400" dirty="0"/>
              <a:t> </a:t>
            </a:r>
            <a:r>
              <a:rPr lang="en-US" sz="1400" dirty="0" err="1"/>
              <a:t>landebis</a:t>
            </a:r>
            <a:r>
              <a:rPr lang="en-US" sz="1400" dirty="0"/>
              <a:t> sit </a:t>
            </a:r>
            <a:r>
              <a:rPr lang="en-US" sz="1400" dirty="0" err="1"/>
              <a:t>auditio</a:t>
            </a:r>
            <a:r>
              <a:rPr lang="en-US" sz="1400" dirty="0"/>
              <a:t> </a:t>
            </a:r>
            <a:r>
              <a:rPr lang="en-US" sz="1400" dirty="0" err="1"/>
              <a:t>bero</a:t>
            </a:r>
            <a:r>
              <a:rPr lang="en-US" sz="1400" dirty="0"/>
              <a:t> doles que </a:t>
            </a:r>
            <a:r>
              <a:rPr lang="en-US" sz="1400" dirty="0" err="1"/>
              <a:t>dellandis</a:t>
            </a:r>
            <a:r>
              <a:rPr lang="en-US" sz="1400" dirty="0"/>
              <a:t> </a:t>
            </a:r>
            <a:r>
              <a:rPr lang="en-US" sz="1400" dirty="0" err="1"/>
              <a:t>experia</a:t>
            </a:r>
            <a:r>
              <a:rPr lang="en-US" sz="1400" dirty="0"/>
              <a:t> </a:t>
            </a:r>
            <a:r>
              <a:rPr lang="en-US" sz="1400" dirty="0" err="1"/>
              <a:t>ipsam</a:t>
            </a:r>
            <a:r>
              <a:rPr lang="en-US" sz="1400" dirty="0"/>
              <a:t>, </a:t>
            </a:r>
            <a:r>
              <a:rPr lang="en-US" sz="1400" dirty="0" err="1"/>
              <a:t>officab</a:t>
            </a:r>
            <a:r>
              <a:rPr lang="en-US" sz="1400" dirty="0"/>
              <a:t> </a:t>
            </a:r>
            <a:r>
              <a:rPr lang="en-US" sz="1400" dirty="0" err="1"/>
              <a:t>oreiunt</a:t>
            </a:r>
            <a:r>
              <a:rPr lang="en-US" sz="1400" dirty="0"/>
              <a:t> </a:t>
            </a:r>
            <a:r>
              <a:rPr lang="en-US" sz="1400" dirty="0" err="1"/>
              <a:t>hictur</a:t>
            </a:r>
            <a:r>
              <a:rPr lang="en-US" sz="1400" dirty="0"/>
              <a:t> </a:t>
            </a:r>
            <a:r>
              <a:rPr lang="en-US" sz="1400" dirty="0" err="1"/>
              <a:t>cus</a:t>
            </a:r>
            <a:endParaRPr lang="en-US" sz="1400" dirty="0"/>
          </a:p>
          <a:p>
            <a:pPr marL="279400" lvl="1" indent="-279400">
              <a:lnSpc>
                <a:spcPct val="100000"/>
              </a:lnSpc>
              <a:spcAft>
                <a:spcPts val="800"/>
              </a:spcAft>
              <a:buClr>
                <a:srgbClr val="000000"/>
              </a:buClr>
              <a:buSzPct val="119000"/>
              <a:buFont typeface="Wingdings 3" pitchFamily="2" charset="2"/>
              <a:buChar char=""/>
            </a:pPr>
            <a:r>
              <a:rPr lang="en-US" sz="1400" dirty="0" err="1"/>
              <a:t>Fugitasim</a:t>
            </a:r>
            <a:r>
              <a:rPr lang="en-US" sz="1400" dirty="0"/>
              <a:t> </a:t>
            </a:r>
            <a:r>
              <a:rPr lang="en-US" sz="1400" dirty="0" err="1"/>
              <a:t>conet</a:t>
            </a:r>
            <a:r>
              <a:rPr lang="en-US" sz="1400" dirty="0"/>
              <a:t> a </a:t>
            </a:r>
            <a:r>
              <a:rPr lang="en-US" sz="1400" dirty="0" err="1"/>
              <a:t>quis</a:t>
            </a:r>
            <a:r>
              <a:rPr lang="en-US" sz="1400" dirty="0"/>
              <a:t> </a:t>
            </a:r>
            <a:r>
              <a:rPr lang="en-US" sz="1400" dirty="0" err="1"/>
              <a:t>ipsant</a:t>
            </a:r>
            <a:r>
              <a:rPr lang="en-US" sz="1400" dirty="0"/>
              <a:t> </a:t>
            </a:r>
            <a:r>
              <a:rPr lang="en-US" sz="1400" dirty="0" err="1"/>
              <a:t>ut</a:t>
            </a:r>
            <a:r>
              <a:rPr lang="en-US" sz="1400" dirty="0"/>
              <a:t> </a:t>
            </a:r>
            <a:r>
              <a:rPr lang="en-US" sz="1400" dirty="0" err="1"/>
              <a:t>ut</a:t>
            </a:r>
            <a:r>
              <a:rPr lang="en-US" sz="1400" dirty="0"/>
              <a:t> </a:t>
            </a:r>
            <a:r>
              <a:rPr lang="en-US" sz="1400" dirty="0" err="1"/>
              <a:t>voluptas</a:t>
            </a:r>
            <a:r>
              <a:rPr lang="en-US" sz="1400" dirty="0"/>
              <a:t> </a:t>
            </a:r>
            <a:r>
              <a:rPr lang="en-US" sz="1400" dirty="0" err="1"/>
              <a:t>deliquos</a:t>
            </a:r>
            <a:r>
              <a:rPr lang="en-US" sz="1400" dirty="0"/>
              <a:t> </a:t>
            </a:r>
            <a:r>
              <a:rPr lang="en-US" sz="1400" dirty="0" err="1"/>
              <a:t>quidebi</a:t>
            </a:r>
            <a:r>
              <a:rPr lang="en-US" sz="1400" dirty="0"/>
              <a:t> </a:t>
            </a:r>
            <a:r>
              <a:rPr lang="en-US" sz="1400" dirty="0" err="1"/>
              <a:t>taernatessin</a:t>
            </a:r>
            <a:r>
              <a:rPr lang="en-US" sz="1400" dirty="0"/>
              <a:t> </a:t>
            </a:r>
            <a:r>
              <a:rPr lang="en-US" sz="1400" dirty="0" err="1"/>
              <a:t>consenita</a:t>
            </a:r>
            <a:endParaRPr lang="en-US" sz="1400" dirty="0"/>
          </a:p>
        </p:txBody>
      </p:sp>
      <p:pic>
        <p:nvPicPr>
          <p:cNvPr id="8" name="Picture Placeholder 6" descr="A person wearing glasses and a suit&#10;&#10;Description automatically generated">
            <a:extLst>
              <a:ext uri="{FF2B5EF4-FFF2-40B4-BE49-F238E27FC236}">
                <a16:creationId xmlns:a16="http://schemas.microsoft.com/office/drawing/2014/main" id="{F4241305-7C9A-0C21-6482-0052D30D1ECA}"/>
              </a:ext>
            </a:extLst>
          </p:cNvPr>
          <p:cNvPicPr>
            <a:picLocks noGrp="1" noChangeAspect="1"/>
          </p:cNvPicPr>
          <p:nvPr>
            <p:ph type="pic" sz="quarter" idx="29"/>
          </p:nvPr>
        </p:nvPicPr>
        <p:blipFill>
          <a:blip r:embed="rId2" cstate="screen">
            <a:extLst>
              <a:ext uri="{28A0092B-C50C-407E-A947-70E740481C1C}">
                <a14:useLocalDpi xmlns:a14="http://schemas.microsoft.com/office/drawing/2010/main"/>
              </a:ext>
            </a:extLst>
          </a:blip>
          <a:srcRect t="2573" b="2573"/>
          <a:stretch/>
        </p:blipFill>
        <p:spPr>
          <a:xfrm>
            <a:off x="0" y="2391176"/>
            <a:ext cx="4057649" cy="4466823"/>
          </a:xfrm>
        </p:spPr>
      </p:pic>
      <p:sp>
        <p:nvSpPr>
          <p:cNvPr id="5" name="Title 4">
            <a:extLst>
              <a:ext uri="{FF2B5EF4-FFF2-40B4-BE49-F238E27FC236}">
                <a16:creationId xmlns:a16="http://schemas.microsoft.com/office/drawing/2014/main" id="{1C2A3F29-90B1-3DD0-3B77-770E8022C661}"/>
              </a:ext>
            </a:extLst>
          </p:cNvPr>
          <p:cNvSpPr>
            <a:spLocks noGrp="1"/>
          </p:cNvSpPr>
          <p:nvPr>
            <p:ph type="title"/>
          </p:nvPr>
        </p:nvSpPr>
        <p:spPr>
          <a:xfrm>
            <a:off x="546101" y="552450"/>
            <a:ext cx="3346704" cy="928909"/>
          </a:xfrm>
        </p:spPr>
        <p:txBody>
          <a:bodyPr/>
          <a:lstStyle/>
          <a:p>
            <a:r>
              <a:rPr lang="en-US"/>
              <a:t>Team lead</a:t>
            </a:r>
          </a:p>
        </p:txBody>
      </p:sp>
      <p:sp>
        <p:nvSpPr>
          <p:cNvPr id="6" name="Text Placeholder 5">
            <a:extLst>
              <a:ext uri="{FF2B5EF4-FFF2-40B4-BE49-F238E27FC236}">
                <a16:creationId xmlns:a16="http://schemas.microsoft.com/office/drawing/2014/main" id="{6B1A64E7-54B0-3D08-CB06-9DB6AC2ECC2B}"/>
              </a:ext>
            </a:extLst>
          </p:cNvPr>
          <p:cNvSpPr>
            <a:spLocks noGrp="1"/>
          </p:cNvSpPr>
          <p:nvPr>
            <p:ph type="body" sz="quarter" idx="45"/>
          </p:nvPr>
        </p:nvSpPr>
        <p:spPr>
          <a:xfrm>
            <a:off x="546100" y="1621059"/>
            <a:ext cx="3346704" cy="597792"/>
          </a:xfrm>
        </p:spPr>
        <p:txBody>
          <a:bodyPr/>
          <a:lstStyle/>
          <a:p>
            <a:r>
              <a:rPr lang="en-US"/>
              <a:t>Team name/role</a:t>
            </a:r>
          </a:p>
          <a:p>
            <a:endParaRPr lang="en-US"/>
          </a:p>
        </p:txBody>
      </p:sp>
      <p:sp>
        <p:nvSpPr>
          <p:cNvPr id="2" name="Freeform 5">
            <a:extLst>
              <a:ext uri="{FF2B5EF4-FFF2-40B4-BE49-F238E27FC236}">
                <a16:creationId xmlns:a16="http://schemas.microsoft.com/office/drawing/2014/main" id="{E495E2F1-4340-0541-EFAC-E4B47B45666E}"/>
              </a:ext>
            </a:extLst>
          </p:cNvPr>
          <p:cNvSpPr/>
          <p:nvPr/>
        </p:nvSpPr>
        <p:spPr bwMode="black">
          <a:xfrm>
            <a:off x="554038" y="6437577"/>
            <a:ext cx="678511" cy="112440"/>
          </a:xfrm>
          <a:custGeom>
            <a:avLst/>
            <a:gdLst>
              <a:gd name="connsiteX0" fmla="*/ 7774508 w 7774508"/>
              <a:gd name="connsiteY0" fmla="*/ 879070 h 1288357"/>
              <a:gd name="connsiteX1" fmla="*/ 7774508 w 7774508"/>
              <a:gd name="connsiteY1" fmla="*/ 879071 h 1288357"/>
              <a:gd name="connsiteX2" fmla="*/ 7774508 w 7774508"/>
              <a:gd name="connsiteY2" fmla="*/ 879071 h 1288357"/>
              <a:gd name="connsiteX3" fmla="*/ 4430897 w 7774508"/>
              <a:gd name="connsiteY3" fmla="*/ 300733 h 1288357"/>
              <a:gd name="connsiteX4" fmla="*/ 4430897 w 7774508"/>
              <a:gd name="connsiteY4" fmla="*/ 987622 h 1288357"/>
              <a:gd name="connsiteX5" fmla="*/ 4594611 w 7774508"/>
              <a:gd name="connsiteY5" fmla="*/ 987622 h 1288357"/>
              <a:gd name="connsiteX6" fmla="*/ 4856195 w 7774508"/>
              <a:gd name="connsiteY6" fmla="*/ 726031 h 1288357"/>
              <a:gd name="connsiteX7" fmla="*/ 4856195 w 7774508"/>
              <a:gd name="connsiteY7" fmla="*/ 562323 h 1288357"/>
              <a:gd name="connsiteX8" fmla="*/ 4594611 w 7774508"/>
              <a:gd name="connsiteY8" fmla="*/ 300733 h 1288357"/>
              <a:gd name="connsiteX9" fmla="*/ 3381010 w 7774508"/>
              <a:gd name="connsiteY9" fmla="*/ 275825 h 1288357"/>
              <a:gd name="connsiteX10" fmla="*/ 3137223 w 7774508"/>
              <a:gd name="connsiteY10" fmla="*/ 501815 h 1288357"/>
              <a:gd name="connsiteX11" fmla="*/ 3137223 w 7774508"/>
              <a:gd name="connsiteY11" fmla="*/ 786537 h 1288357"/>
              <a:gd name="connsiteX12" fmla="*/ 3381010 w 7774508"/>
              <a:gd name="connsiteY12" fmla="*/ 1012534 h 1288357"/>
              <a:gd name="connsiteX13" fmla="*/ 3624804 w 7774508"/>
              <a:gd name="connsiteY13" fmla="*/ 786537 h 1288357"/>
              <a:gd name="connsiteX14" fmla="*/ 3624804 w 7774508"/>
              <a:gd name="connsiteY14" fmla="*/ 501815 h 1288357"/>
              <a:gd name="connsiteX15" fmla="*/ 3381010 w 7774508"/>
              <a:gd name="connsiteY15" fmla="*/ 275825 h 1288357"/>
              <a:gd name="connsiteX16" fmla="*/ 2090894 w 7774508"/>
              <a:gd name="connsiteY16" fmla="*/ 275825 h 1288357"/>
              <a:gd name="connsiteX17" fmla="*/ 1847107 w 7774508"/>
              <a:gd name="connsiteY17" fmla="*/ 501815 h 1288357"/>
              <a:gd name="connsiteX18" fmla="*/ 1847107 w 7774508"/>
              <a:gd name="connsiteY18" fmla="*/ 786537 h 1288357"/>
              <a:gd name="connsiteX19" fmla="*/ 2090894 w 7774508"/>
              <a:gd name="connsiteY19" fmla="*/ 1012534 h 1288357"/>
              <a:gd name="connsiteX20" fmla="*/ 2334688 w 7774508"/>
              <a:gd name="connsiteY20" fmla="*/ 786537 h 1288357"/>
              <a:gd name="connsiteX21" fmla="*/ 2334688 w 7774508"/>
              <a:gd name="connsiteY21" fmla="*/ 501815 h 1288357"/>
              <a:gd name="connsiteX22" fmla="*/ 2090894 w 7774508"/>
              <a:gd name="connsiteY22" fmla="*/ 275825 h 1288357"/>
              <a:gd name="connsiteX23" fmla="*/ 4092790 w 7774508"/>
              <a:gd name="connsiteY23" fmla="*/ 21359 h 1288357"/>
              <a:gd name="connsiteX24" fmla="*/ 4594611 w 7774508"/>
              <a:gd name="connsiteY24" fmla="*/ 21359 h 1288357"/>
              <a:gd name="connsiteX25" fmla="*/ 5197858 w 7774508"/>
              <a:gd name="connsiteY25" fmla="*/ 567658 h 1288357"/>
              <a:gd name="connsiteX26" fmla="*/ 5197858 w 7774508"/>
              <a:gd name="connsiteY26" fmla="*/ 720696 h 1288357"/>
              <a:gd name="connsiteX27" fmla="*/ 4594611 w 7774508"/>
              <a:gd name="connsiteY27" fmla="*/ 1267002 h 1288357"/>
              <a:gd name="connsiteX28" fmla="*/ 4092790 w 7774508"/>
              <a:gd name="connsiteY28" fmla="*/ 1267002 h 1288357"/>
              <a:gd name="connsiteX29" fmla="*/ 5094618 w 7774508"/>
              <a:gd name="connsiteY29" fmla="*/ 21356 h 1288357"/>
              <a:gd name="connsiteX30" fmla="*/ 5477210 w 7774508"/>
              <a:gd name="connsiteY30" fmla="*/ 21356 h 1288357"/>
              <a:gd name="connsiteX31" fmla="*/ 5717446 w 7774508"/>
              <a:gd name="connsiteY31" fmla="*/ 412839 h 1288357"/>
              <a:gd name="connsiteX32" fmla="*/ 5955898 w 7774508"/>
              <a:gd name="connsiteY32" fmla="*/ 21356 h 1288357"/>
              <a:gd name="connsiteX33" fmla="*/ 6322472 w 7774508"/>
              <a:gd name="connsiteY33" fmla="*/ 21356 h 1288357"/>
              <a:gd name="connsiteX34" fmla="*/ 5868700 w 7774508"/>
              <a:gd name="connsiteY34" fmla="*/ 718915 h 1288357"/>
              <a:gd name="connsiteX35" fmla="*/ 5868700 w 7774508"/>
              <a:gd name="connsiteY35" fmla="*/ 1267000 h 1288357"/>
              <a:gd name="connsiteX36" fmla="*/ 5548390 w 7774508"/>
              <a:gd name="connsiteY36" fmla="*/ 1267000 h 1288357"/>
              <a:gd name="connsiteX37" fmla="*/ 5548390 w 7774508"/>
              <a:gd name="connsiteY37" fmla="*/ 718915 h 1288357"/>
              <a:gd name="connsiteX38" fmla="*/ 6356277 w 7774508"/>
              <a:gd name="connsiteY38" fmla="*/ 21355 h 1288357"/>
              <a:gd name="connsiteX39" fmla="*/ 6694384 w 7774508"/>
              <a:gd name="connsiteY39" fmla="*/ 21355 h 1288357"/>
              <a:gd name="connsiteX40" fmla="*/ 6694384 w 7774508"/>
              <a:gd name="connsiteY40" fmla="*/ 332766 h 1288357"/>
              <a:gd name="connsiteX41" fmla="*/ 6477285 w 7774508"/>
              <a:gd name="connsiteY41" fmla="*/ 624602 h 1288357"/>
              <a:gd name="connsiteX42" fmla="*/ 6404326 w 7774508"/>
              <a:gd name="connsiteY42" fmla="*/ 624602 h 1288357"/>
              <a:gd name="connsiteX43" fmla="*/ 6500417 w 7774508"/>
              <a:gd name="connsiteY43" fmla="*/ 359454 h 1288357"/>
              <a:gd name="connsiteX44" fmla="*/ 6356277 w 7774508"/>
              <a:gd name="connsiteY44" fmla="*/ 359454 h 1288357"/>
              <a:gd name="connsiteX45" fmla="*/ 0 w 7774508"/>
              <a:gd name="connsiteY45" fmla="*/ 21355 h 1288357"/>
              <a:gd name="connsiteX46" fmla="*/ 496479 w 7774508"/>
              <a:gd name="connsiteY46" fmla="*/ 21355 h 1288357"/>
              <a:gd name="connsiteX47" fmla="*/ 651295 w 7774508"/>
              <a:gd name="connsiteY47" fmla="*/ 661974 h 1288357"/>
              <a:gd name="connsiteX48" fmla="*/ 688668 w 7774508"/>
              <a:gd name="connsiteY48" fmla="*/ 839922 h 1288357"/>
              <a:gd name="connsiteX49" fmla="*/ 726033 w 7774508"/>
              <a:gd name="connsiteY49" fmla="*/ 661974 h 1288357"/>
              <a:gd name="connsiteX50" fmla="*/ 880849 w 7774508"/>
              <a:gd name="connsiteY50" fmla="*/ 21355 h 1288357"/>
              <a:gd name="connsiteX51" fmla="*/ 1377328 w 7774508"/>
              <a:gd name="connsiteY51" fmla="*/ 21355 h 1288357"/>
              <a:gd name="connsiteX52" fmla="*/ 1377328 w 7774508"/>
              <a:gd name="connsiteY52" fmla="*/ 1266998 h 1288357"/>
              <a:gd name="connsiteX53" fmla="*/ 1058804 w 7774508"/>
              <a:gd name="connsiteY53" fmla="*/ 1266998 h 1288357"/>
              <a:gd name="connsiteX54" fmla="*/ 1058804 w 7774508"/>
              <a:gd name="connsiteY54" fmla="*/ 459108 h 1288357"/>
              <a:gd name="connsiteX55" fmla="*/ 1014312 w 7774508"/>
              <a:gd name="connsiteY55" fmla="*/ 644177 h 1288357"/>
              <a:gd name="connsiteX56" fmla="*/ 848819 w 7774508"/>
              <a:gd name="connsiteY56" fmla="*/ 1266998 h 1288357"/>
              <a:gd name="connsiteX57" fmla="*/ 521396 w 7774508"/>
              <a:gd name="connsiteY57" fmla="*/ 1266998 h 1288357"/>
              <a:gd name="connsiteX58" fmla="*/ 355896 w 7774508"/>
              <a:gd name="connsiteY58" fmla="*/ 644177 h 1288357"/>
              <a:gd name="connsiteX59" fmla="*/ 311412 w 7774508"/>
              <a:gd name="connsiteY59" fmla="*/ 459108 h 1288357"/>
              <a:gd name="connsiteX60" fmla="*/ 311412 w 7774508"/>
              <a:gd name="connsiteY60" fmla="*/ 1266998 h 1288357"/>
              <a:gd name="connsiteX61" fmla="*/ 0 w 7774508"/>
              <a:gd name="connsiteY61" fmla="*/ 1266998 h 1288357"/>
              <a:gd name="connsiteX62" fmla="*/ 3381010 w 7774508"/>
              <a:gd name="connsiteY62" fmla="*/ 1 h 1288357"/>
              <a:gd name="connsiteX63" fmla="*/ 3966467 w 7774508"/>
              <a:gd name="connsiteY63" fmla="*/ 532067 h 1288357"/>
              <a:gd name="connsiteX64" fmla="*/ 3966467 w 7774508"/>
              <a:gd name="connsiteY64" fmla="*/ 756285 h 1288357"/>
              <a:gd name="connsiteX65" fmla="*/ 3381010 w 7774508"/>
              <a:gd name="connsiteY65" fmla="*/ 1288351 h 1288357"/>
              <a:gd name="connsiteX66" fmla="*/ 2795560 w 7774508"/>
              <a:gd name="connsiteY66" fmla="*/ 756285 h 1288357"/>
              <a:gd name="connsiteX67" fmla="*/ 2795560 w 7774508"/>
              <a:gd name="connsiteY67" fmla="*/ 532067 h 1288357"/>
              <a:gd name="connsiteX68" fmla="*/ 3381010 w 7774508"/>
              <a:gd name="connsiteY68" fmla="*/ 1 h 1288357"/>
              <a:gd name="connsiteX69" fmla="*/ 2090894 w 7774508"/>
              <a:gd name="connsiteY69" fmla="*/ 1 h 1288357"/>
              <a:gd name="connsiteX70" fmla="*/ 2676351 w 7774508"/>
              <a:gd name="connsiteY70" fmla="*/ 532067 h 1288357"/>
              <a:gd name="connsiteX71" fmla="*/ 2676351 w 7774508"/>
              <a:gd name="connsiteY71" fmla="*/ 756285 h 1288357"/>
              <a:gd name="connsiteX72" fmla="*/ 2090894 w 7774508"/>
              <a:gd name="connsiteY72" fmla="*/ 1288351 h 1288357"/>
              <a:gd name="connsiteX73" fmla="*/ 1505444 w 7774508"/>
              <a:gd name="connsiteY73" fmla="*/ 756285 h 1288357"/>
              <a:gd name="connsiteX74" fmla="*/ 1505444 w 7774508"/>
              <a:gd name="connsiteY74" fmla="*/ 532067 h 1288357"/>
              <a:gd name="connsiteX75" fmla="*/ 2090894 w 7774508"/>
              <a:gd name="connsiteY75" fmla="*/ 1 h 1288357"/>
              <a:gd name="connsiteX76" fmla="*/ 7258454 w 7774508"/>
              <a:gd name="connsiteY76" fmla="*/ 0 h 1288357"/>
              <a:gd name="connsiteX77" fmla="*/ 7760275 w 7774508"/>
              <a:gd name="connsiteY77" fmla="*/ 391490 h 1288357"/>
              <a:gd name="connsiteX78" fmla="*/ 7760275 w 7774508"/>
              <a:gd name="connsiteY78" fmla="*/ 439539 h 1288357"/>
              <a:gd name="connsiteX79" fmla="*/ 7431067 w 7774508"/>
              <a:gd name="connsiteY79" fmla="*/ 439539 h 1288357"/>
              <a:gd name="connsiteX80" fmla="*/ 7431067 w 7774508"/>
              <a:gd name="connsiteY80" fmla="*/ 398610 h 1288357"/>
              <a:gd name="connsiteX81" fmla="*/ 7258454 w 7774508"/>
              <a:gd name="connsiteY81" fmla="*/ 277603 h 1288357"/>
              <a:gd name="connsiteX82" fmla="*/ 7085848 w 7774508"/>
              <a:gd name="connsiteY82" fmla="*/ 377257 h 1288357"/>
              <a:gd name="connsiteX83" fmla="*/ 7206848 w 7774508"/>
              <a:gd name="connsiteY83" fmla="*/ 476904 h 1288357"/>
              <a:gd name="connsiteX84" fmla="*/ 7429289 w 7774508"/>
              <a:gd name="connsiteY84" fmla="*/ 510719 h 1288357"/>
              <a:gd name="connsiteX85" fmla="*/ 7766024 w 7774508"/>
              <a:gd name="connsiteY85" fmla="*/ 786534 h 1288357"/>
              <a:gd name="connsiteX86" fmla="*/ 7774508 w 7774508"/>
              <a:gd name="connsiteY86" fmla="*/ 879071 h 1288357"/>
              <a:gd name="connsiteX87" fmla="*/ 7765691 w 7774508"/>
              <a:gd name="connsiteY87" fmla="*/ 970739 h 1288357"/>
              <a:gd name="connsiteX88" fmla="*/ 7258454 w 7774508"/>
              <a:gd name="connsiteY88" fmla="*/ 1288357 h 1288357"/>
              <a:gd name="connsiteX89" fmla="*/ 6744184 w 7774508"/>
              <a:gd name="connsiteY89" fmla="*/ 893304 h 1288357"/>
              <a:gd name="connsiteX90" fmla="*/ 6744184 w 7774508"/>
              <a:gd name="connsiteY90" fmla="*/ 838142 h 1288357"/>
              <a:gd name="connsiteX91" fmla="*/ 7073386 w 7774508"/>
              <a:gd name="connsiteY91" fmla="*/ 838142 h 1288357"/>
              <a:gd name="connsiteX92" fmla="*/ 7073386 w 7774508"/>
              <a:gd name="connsiteY92" fmla="*/ 886190 h 1288357"/>
              <a:gd name="connsiteX93" fmla="*/ 7258454 w 7774508"/>
              <a:gd name="connsiteY93" fmla="*/ 1010755 h 1288357"/>
              <a:gd name="connsiteX94" fmla="*/ 7439966 w 7774508"/>
              <a:gd name="connsiteY94" fmla="*/ 907544 h 1288357"/>
              <a:gd name="connsiteX95" fmla="*/ 7311838 w 7774508"/>
              <a:gd name="connsiteY95" fmla="*/ 804333 h 1288357"/>
              <a:gd name="connsiteX96" fmla="*/ 7087626 w 7774508"/>
              <a:gd name="connsiteY96" fmla="*/ 770518 h 1288357"/>
              <a:gd name="connsiteX97" fmla="*/ 6751297 w 7774508"/>
              <a:gd name="connsiteY97" fmla="*/ 405723 h 1288357"/>
              <a:gd name="connsiteX98" fmla="*/ 7258454 w 7774508"/>
              <a:gd name="connsiteY98" fmla="*/ 0 h 1288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774508" h="1288357">
                <a:moveTo>
                  <a:pt x="7774508" y="879070"/>
                </a:moveTo>
                <a:lnTo>
                  <a:pt x="7774508" y="879071"/>
                </a:lnTo>
                <a:lnTo>
                  <a:pt x="7774508" y="879071"/>
                </a:lnTo>
                <a:close/>
                <a:moveTo>
                  <a:pt x="4430897" y="300733"/>
                </a:moveTo>
                <a:lnTo>
                  <a:pt x="4430897" y="987622"/>
                </a:lnTo>
                <a:lnTo>
                  <a:pt x="4594611" y="987622"/>
                </a:lnTo>
                <a:cubicBezTo>
                  <a:pt x="4769003" y="987622"/>
                  <a:pt x="4856195" y="898644"/>
                  <a:pt x="4856195" y="726031"/>
                </a:cubicBezTo>
                <a:lnTo>
                  <a:pt x="4856195" y="562323"/>
                </a:lnTo>
                <a:cubicBezTo>
                  <a:pt x="4856195" y="387932"/>
                  <a:pt x="4769003" y="300733"/>
                  <a:pt x="4594611" y="300733"/>
                </a:cubicBezTo>
                <a:close/>
                <a:moveTo>
                  <a:pt x="3381010" y="275825"/>
                </a:moveTo>
                <a:cubicBezTo>
                  <a:pt x="3229757" y="275825"/>
                  <a:pt x="3137223" y="361239"/>
                  <a:pt x="3137223" y="501815"/>
                </a:cubicBezTo>
                <a:lnTo>
                  <a:pt x="3137223" y="786537"/>
                </a:lnTo>
                <a:cubicBezTo>
                  <a:pt x="3137223" y="925335"/>
                  <a:pt x="3229757" y="1012534"/>
                  <a:pt x="3381010" y="1012534"/>
                </a:cubicBezTo>
                <a:cubicBezTo>
                  <a:pt x="3532264" y="1012534"/>
                  <a:pt x="3624804" y="925335"/>
                  <a:pt x="3624804" y="786537"/>
                </a:cubicBezTo>
                <a:lnTo>
                  <a:pt x="3624804" y="501815"/>
                </a:lnTo>
                <a:cubicBezTo>
                  <a:pt x="3624804" y="361239"/>
                  <a:pt x="3532270" y="275825"/>
                  <a:pt x="3381010" y="275825"/>
                </a:cubicBezTo>
                <a:close/>
                <a:moveTo>
                  <a:pt x="2090894" y="275825"/>
                </a:moveTo>
                <a:cubicBezTo>
                  <a:pt x="1939641" y="275825"/>
                  <a:pt x="1847107" y="361239"/>
                  <a:pt x="1847107" y="501815"/>
                </a:cubicBezTo>
                <a:lnTo>
                  <a:pt x="1847107" y="786537"/>
                </a:lnTo>
                <a:cubicBezTo>
                  <a:pt x="1847107" y="925335"/>
                  <a:pt x="1939641" y="1012534"/>
                  <a:pt x="2090894" y="1012534"/>
                </a:cubicBezTo>
                <a:cubicBezTo>
                  <a:pt x="2242147" y="1012534"/>
                  <a:pt x="2334688" y="925335"/>
                  <a:pt x="2334688" y="786537"/>
                </a:cubicBezTo>
                <a:lnTo>
                  <a:pt x="2334688" y="501815"/>
                </a:lnTo>
                <a:cubicBezTo>
                  <a:pt x="2334688" y="361239"/>
                  <a:pt x="2242154" y="275825"/>
                  <a:pt x="2090894" y="275825"/>
                </a:cubicBezTo>
                <a:close/>
                <a:moveTo>
                  <a:pt x="4092790" y="21359"/>
                </a:moveTo>
                <a:lnTo>
                  <a:pt x="4594611" y="21359"/>
                </a:lnTo>
                <a:cubicBezTo>
                  <a:pt x="4977203" y="21359"/>
                  <a:pt x="5197858" y="222439"/>
                  <a:pt x="5197858" y="567658"/>
                </a:cubicBezTo>
                <a:lnTo>
                  <a:pt x="5197858" y="720696"/>
                </a:lnTo>
                <a:cubicBezTo>
                  <a:pt x="5197858" y="1065916"/>
                  <a:pt x="4977203" y="1267002"/>
                  <a:pt x="4594611" y="1267002"/>
                </a:cubicBezTo>
                <a:lnTo>
                  <a:pt x="4092790" y="1267002"/>
                </a:lnTo>
                <a:close/>
                <a:moveTo>
                  <a:pt x="5094618" y="21356"/>
                </a:moveTo>
                <a:lnTo>
                  <a:pt x="5477210" y="21356"/>
                </a:lnTo>
                <a:lnTo>
                  <a:pt x="5717446" y="412839"/>
                </a:lnTo>
                <a:lnTo>
                  <a:pt x="5955898" y="21356"/>
                </a:lnTo>
                <a:lnTo>
                  <a:pt x="6322472" y="21356"/>
                </a:lnTo>
                <a:lnTo>
                  <a:pt x="5868700" y="718915"/>
                </a:lnTo>
                <a:lnTo>
                  <a:pt x="5868700" y="1267000"/>
                </a:lnTo>
                <a:lnTo>
                  <a:pt x="5548390" y="1267000"/>
                </a:lnTo>
                <a:lnTo>
                  <a:pt x="5548390" y="718915"/>
                </a:lnTo>
                <a:close/>
                <a:moveTo>
                  <a:pt x="6356277" y="21355"/>
                </a:moveTo>
                <a:lnTo>
                  <a:pt x="6694384" y="21355"/>
                </a:lnTo>
                <a:lnTo>
                  <a:pt x="6694384" y="332766"/>
                </a:lnTo>
                <a:lnTo>
                  <a:pt x="6477285" y="624602"/>
                </a:lnTo>
                <a:lnTo>
                  <a:pt x="6404326" y="624602"/>
                </a:lnTo>
                <a:lnTo>
                  <a:pt x="6500417" y="359454"/>
                </a:lnTo>
                <a:lnTo>
                  <a:pt x="6356277" y="359454"/>
                </a:lnTo>
                <a:close/>
                <a:moveTo>
                  <a:pt x="0" y="21355"/>
                </a:moveTo>
                <a:lnTo>
                  <a:pt x="496479" y="21355"/>
                </a:lnTo>
                <a:lnTo>
                  <a:pt x="651295" y="661974"/>
                </a:lnTo>
                <a:lnTo>
                  <a:pt x="688668" y="839922"/>
                </a:lnTo>
                <a:lnTo>
                  <a:pt x="726033" y="661974"/>
                </a:lnTo>
                <a:lnTo>
                  <a:pt x="880849" y="21355"/>
                </a:lnTo>
                <a:lnTo>
                  <a:pt x="1377328" y="21355"/>
                </a:lnTo>
                <a:lnTo>
                  <a:pt x="1377328" y="1266998"/>
                </a:lnTo>
                <a:lnTo>
                  <a:pt x="1058804" y="1266998"/>
                </a:lnTo>
                <a:lnTo>
                  <a:pt x="1058804" y="459108"/>
                </a:lnTo>
                <a:lnTo>
                  <a:pt x="1014312" y="644177"/>
                </a:lnTo>
                <a:lnTo>
                  <a:pt x="848819" y="1266998"/>
                </a:lnTo>
                <a:lnTo>
                  <a:pt x="521396" y="1266998"/>
                </a:lnTo>
                <a:lnTo>
                  <a:pt x="355896" y="644177"/>
                </a:lnTo>
                <a:lnTo>
                  <a:pt x="311412" y="459108"/>
                </a:lnTo>
                <a:lnTo>
                  <a:pt x="311412" y="1266998"/>
                </a:lnTo>
                <a:lnTo>
                  <a:pt x="0" y="1266998"/>
                </a:lnTo>
                <a:close/>
                <a:moveTo>
                  <a:pt x="3381010" y="1"/>
                </a:moveTo>
                <a:cubicBezTo>
                  <a:pt x="3749368" y="1"/>
                  <a:pt x="3966467" y="197524"/>
                  <a:pt x="3966467" y="532067"/>
                </a:cubicBezTo>
                <a:lnTo>
                  <a:pt x="3966467" y="756285"/>
                </a:lnTo>
                <a:cubicBezTo>
                  <a:pt x="3966467" y="1089050"/>
                  <a:pt x="3747590" y="1288351"/>
                  <a:pt x="3381010" y="1288351"/>
                </a:cubicBezTo>
                <a:cubicBezTo>
                  <a:pt x="3012659" y="1288351"/>
                  <a:pt x="2795560" y="1090828"/>
                  <a:pt x="2795560" y="756285"/>
                </a:cubicBezTo>
                <a:lnTo>
                  <a:pt x="2795560" y="532067"/>
                </a:lnTo>
                <a:cubicBezTo>
                  <a:pt x="2795560" y="199302"/>
                  <a:pt x="3014437" y="1"/>
                  <a:pt x="3381010" y="1"/>
                </a:cubicBezTo>
                <a:close/>
                <a:moveTo>
                  <a:pt x="2090894" y="1"/>
                </a:moveTo>
                <a:cubicBezTo>
                  <a:pt x="2459252" y="1"/>
                  <a:pt x="2676351" y="197524"/>
                  <a:pt x="2676351" y="532067"/>
                </a:cubicBezTo>
                <a:lnTo>
                  <a:pt x="2676351" y="756285"/>
                </a:lnTo>
                <a:cubicBezTo>
                  <a:pt x="2676351" y="1089050"/>
                  <a:pt x="2457474" y="1288351"/>
                  <a:pt x="2090894" y="1288351"/>
                </a:cubicBezTo>
                <a:cubicBezTo>
                  <a:pt x="1722543" y="1288351"/>
                  <a:pt x="1505444" y="1090828"/>
                  <a:pt x="1505444" y="756285"/>
                </a:cubicBezTo>
                <a:lnTo>
                  <a:pt x="1505444" y="532067"/>
                </a:lnTo>
                <a:cubicBezTo>
                  <a:pt x="1505444" y="199302"/>
                  <a:pt x="1724321" y="1"/>
                  <a:pt x="2090894" y="1"/>
                </a:cubicBezTo>
                <a:close/>
                <a:moveTo>
                  <a:pt x="7258454" y="0"/>
                </a:moveTo>
                <a:cubicBezTo>
                  <a:pt x="7573428" y="0"/>
                  <a:pt x="7760275" y="145918"/>
                  <a:pt x="7760275" y="391490"/>
                </a:cubicBezTo>
                <a:lnTo>
                  <a:pt x="7760275" y="439539"/>
                </a:lnTo>
                <a:lnTo>
                  <a:pt x="7431067" y="439539"/>
                </a:lnTo>
                <a:lnTo>
                  <a:pt x="7431067" y="398610"/>
                </a:lnTo>
                <a:cubicBezTo>
                  <a:pt x="7431067" y="313189"/>
                  <a:pt x="7379462" y="277603"/>
                  <a:pt x="7258454" y="277603"/>
                </a:cubicBezTo>
                <a:cubicBezTo>
                  <a:pt x="7144567" y="277603"/>
                  <a:pt x="7085848" y="311411"/>
                  <a:pt x="7085848" y="377257"/>
                </a:cubicBezTo>
                <a:cubicBezTo>
                  <a:pt x="7085848" y="450215"/>
                  <a:pt x="7135675" y="466227"/>
                  <a:pt x="7206848" y="476904"/>
                </a:cubicBezTo>
                <a:lnTo>
                  <a:pt x="7429289" y="510719"/>
                </a:lnTo>
                <a:cubicBezTo>
                  <a:pt x="7564754" y="530960"/>
                  <a:pt x="7727463" y="590711"/>
                  <a:pt x="7766024" y="786534"/>
                </a:cubicBezTo>
                <a:lnTo>
                  <a:pt x="7774508" y="879071"/>
                </a:lnTo>
                <a:lnTo>
                  <a:pt x="7765691" y="970739"/>
                </a:lnTo>
                <a:cubicBezTo>
                  <a:pt x="7724794" y="1172549"/>
                  <a:pt x="7543399" y="1288357"/>
                  <a:pt x="7258454" y="1288357"/>
                </a:cubicBezTo>
                <a:cubicBezTo>
                  <a:pt x="6934588" y="1288357"/>
                  <a:pt x="6744184" y="1140654"/>
                  <a:pt x="6744184" y="893304"/>
                </a:cubicBezTo>
                <a:lnTo>
                  <a:pt x="6744184" y="838142"/>
                </a:lnTo>
                <a:lnTo>
                  <a:pt x="7073386" y="838142"/>
                </a:lnTo>
                <a:lnTo>
                  <a:pt x="7073386" y="886190"/>
                </a:lnTo>
                <a:cubicBezTo>
                  <a:pt x="7073386" y="973383"/>
                  <a:pt x="7128555" y="1010755"/>
                  <a:pt x="7258454" y="1010755"/>
                </a:cubicBezTo>
                <a:cubicBezTo>
                  <a:pt x="7377683" y="1010755"/>
                  <a:pt x="7439966" y="975161"/>
                  <a:pt x="7439966" y="907544"/>
                </a:cubicBezTo>
                <a:cubicBezTo>
                  <a:pt x="7439966" y="831022"/>
                  <a:pt x="7388360" y="815010"/>
                  <a:pt x="7311838" y="804333"/>
                </a:cubicBezTo>
                <a:lnTo>
                  <a:pt x="7087626" y="770518"/>
                </a:lnTo>
                <a:cubicBezTo>
                  <a:pt x="6941708" y="749171"/>
                  <a:pt x="6751297" y="674427"/>
                  <a:pt x="6751297" y="405723"/>
                </a:cubicBezTo>
                <a:cubicBezTo>
                  <a:pt x="6751297" y="149481"/>
                  <a:pt x="6938144" y="0"/>
                  <a:pt x="7258454" y="0"/>
                </a:cubicBezTo>
                <a:close/>
              </a:path>
            </a:pathLst>
          </a:custGeom>
          <a:solidFill>
            <a:srgbClr val="FFFFFF"/>
          </a:solidFill>
          <a:ln w="0" cap="flat">
            <a:noFill/>
            <a:prstDash val="solid"/>
            <a:miter/>
          </a:ln>
        </p:spPr>
        <p:txBody>
          <a:bodyPr rtlCol="0" anchor="ctr"/>
          <a:lstStyle/>
          <a:p>
            <a:endParaRPr lang="en-US"/>
          </a:p>
        </p:txBody>
      </p:sp>
    </p:spTree>
    <p:extLst>
      <p:ext uri="{BB962C8B-B14F-4D97-AF65-F5344CB8AC3E}">
        <p14:creationId xmlns:p14="http://schemas.microsoft.com/office/powerpoint/2010/main" val="116175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C6D4B-B28D-98BF-CBA5-DF50CB57C95A}"/>
              </a:ext>
            </a:extLst>
          </p:cNvPr>
          <p:cNvSpPr>
            <a:spLocks noGrp="1"/>
          </p:cNvSpPr>
          <p:nvPr>
            <p:ph type="title"/>
          </p:nvPr>
        </p:nvSpPr>
        <p:spPr>
          <a:xfrm>
            <a:off x="539751" y="4567237"/>
            <a:ext cx="5441950" cy="1165225"/>
          </a:xfrm>
        </p:spPr>
        <p:txBody>
          <a:bodyPr/>
          <a:lstStyle/>
          <a:p>
            <a:r>
              <a:rPr lang="en-US"/>
              <a:t>Thank you</a:t>
            </a:r>
            <a:endParaRPr lang="en-CR"/>
          </a:p>
        </p:txBody>
      </p:sp>
      <p:sp>
        <p:nvSpPr>
          <p:cNvPr id="5" name="Text Placeholder 4">
            <a:extLst>
              <a:ext uri="{FF2B5EF4-FFF2-40B4-BE49-F238E27FC236}">
                <a16:creationId xmlns:a16="http://schemas.microsoft.com/office/drawing/2014/main" id="{E1C36B9D-3580-3FFF-1F50-828A2DFBA6E3}"/>
              </a:ext>
            </a:extLst>
          </p:cNvPr>
          <p:cNvSpPr>
            <a:spLocks noGrp="1"/>
          </p:cNvSpPr>
          <p:nvPr>
            <p:ph type="body" sz="quarter" idx="15"/>
          </p:nvPr>
        </p:nvSpPr>
        <p:spPr/>
        <p:txBody>
          <a:bodyPr/>
          <a:lstStyle/>
          <a:p>
            <a:endParaRPr lang="en-CR"/>
          </a:p>
        </p:txBody>
      </p:sp>
    </p:spTree>
    <p:extLst>
      <p:ext uri="{BB962C8B-B14F-4D97-AF65-F5344CB8AC3E}">
        <p14:creationId xmlns:p14="http://schemas.microsoft.com/office/powerpoint/2010/main" val="2021282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5D5429-A2A1-3A84-2F6D-1423C9F90FA7}"/>
              </a:ext>
            </a:extLst>
          </p:cNvPr>
          <p:cNvSpPr>
            <a:spLocks noGrp="1"/>
          </p:cNvSpPr>
          <p:nvPr>
            <p:ph type="sldNum" sz="quarter" idx="12"/>
          </p:nvPr>
        </p:nvSpPr>
        <p:spPr>
          <a:xfrm>
            <a:off x="10428288" y="6311900"/>
            <a:ext cx="1209674" cy="269875"/>
          </a:xfrm>
        </p:spPr>
        <p:txBody>
          <a:bodyPr/>
          <a:lstStyle/>
          <a:p>
            <a:fld id="{862A5111-985B-C14D-9115-5787026182A8}" type="slidenum">
              <a:rPr lang="en-US" smtClean="0"/>
              <a:pPr/>
              <a:t>18</a:t>
            </a:fld>
            <a:endParaRPr lang="en-US"/>
          </a:p>
        </p:txBody>
      </p:sp>
    </p:spTree>
    <p:extLst>
      <p:ext uri="{BB962C8B-B14F-4D97-AF65-F5344CB8AC3E}">
        <p14:creationId xmlns:p14="http://schemas.microsoft.com/office/powerpoint/2010/main" val="2025805609"/>
      </p:ext>
    </p:extLst>
  </p:cSld>
  <p:clrMapOvr>
    <a:masterClrMapping/>
  </p:clrMapOvr>
</p:sld>
</file>

<file path=ppt/theme/theme1.xml><?xml version="1.0" encoding="utf-8"?>
<a:theme xmlns:a="http://schemas.openxmlformats.org/drawingml/2006/main" name="Moody's">
  <a:themeElements>
    <a:clrScheme name="Moody's">
      <a:dk1>
        <a:srgbClr val="000000"/>
      </a:dk1>
      <a:lt1>
        <a:sysClr val="window" lastClr="FFFFFF"/>
      </a:lt1>
      <a:dk2>
        <a:srgbClr val="0A1264"/>
      </a:dk2>
      <a:lt2>
        <a:srgbClr val="D7D8D7"/>
      </a:lt2>
      <a:accent1>
        <a:srgbClr val="005EFF"/>
      </a:accent1>
      <a:accent2>
        <a:srgbClr val="35397E"/>
      </a:accent2>
      <a:accent3>
        <a:srgbClr val="7677A7"/>
      </a:accent3>
      <a:accent4>
        <a:srgbClr val="A2A2C4"/>
      </a:accent4>
      <a:accent5>
        <a:srgbClr val="CFD0E1"/>
      </a:accent5>
      <a:accent6>
        <a:srgbClr val="11174F"/>
      </a:accent6>
      <a:hlink>
        <a:srgbClr val="005EFF"/>
      </a:hlink>
      <a:folHlink>
        <a:srgbClr val="D9017A"/>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ody'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lnSpc>
            <a:spcPct val="101000"/>
          </a:lnSpc>
          <a:spcAft>
            <a:spcPts val="600"/>
          </a:spcAft>
          <a:defRPr kumimoji="0" sz="1400" b="0" i="0" u="none" strike="noStrike" kern="1200" cap="none" spc="0" normalizeH="0" baseline="0" noProof="0" dirty="0" err="1" smtClean="0">
            <a:ln>
              <a:noFill/>
            </a:ln>
            <a:solidFill>
              <a:srgbClr val="000000"/>
            </a:solidFill>
            <a:effectLst/>
            <a:uLnTx/>
            <a:uFillTx/>
            <a:ea typeface="GT America Regular" charset="0"/>
            <a:cs typeface="GT America Regular" charset="0"/>
          </a:defRPr>
        </a:defPPr>
      </a:lstStyle>
    </a:txDef>
  </a:objectDefaults>
  <a:extraClrSchemeLst/>
  <a:custClrLst>
    <a:custClr name="Moody's Blue 02">
      <a:srgbClr val="CFD0E1"/>
    </a:custClr>
    <a:custClr name="Moody's Blue 04">
      <a:srgbClr val="A2A2C4"/>
    </a:custClr>
    <a:custClr name="Moody's Blue 06">
      <a:srgbClr val="7677A7"/>
    </a:custClr>
    <a:custClr name="Moody's Blue 09">
      <a:srgbClr val="35397E"/>
    </a:custClr>
    <a:custClr name="Moody's Blue 10">
      <a:srgbClr val="0A1264"/>
    </a:custClr>
    <a:custClr name="Moody's Blue 11">
      <a:srgbClr val="11174F"/>
    </a:custClr>
    <a:custClr name="Moody's Blue 12">
      <a:srgbClr val="040826"/>
    </a:custClr>
    <a:custClr name=" ">
      <a:srgbClr val="FFFFFF"/>
    </a:custClr>
    <a:custClr name=" ">
      <a:srgbClr val="FFFFFF"/>
    </a:custClr>
    <a:custClr name=" ">
      <a:srgbClr val="FFFFFF"/>
    </a:custClr>
    <a:custClr name="Bright Blue 03">
      <a:srgbClr val="9DC1FF"/>
    </a:custClr>
    <a:custClr name="Bright Blue 05">
      <a:srgbClr val="5996FF"/>
    </a:custClr>
    <a:custClr name="Bright Blue 06">
      <a:srgbClr val="347FFF"/>
    </a:custClr>
    <a:custClr name="Bright Blue 07">
      <a:srgbClr val="005EFF"/>
    </a:custClr>
    <a:custClr name="Bright Blue 09">
      <a:srgbClr val="0044B7"/>
    </a:custClr>
    <a:custClr name="Bright Blue 10">
      <a:srgbClr val="003590"/>
    </a:custClr>
    <a:custClr name="Bright Blue 11">
      <a:srgbClr val="00276A"/>
    </a:custClr>
    <a:custClr name=" ">
      <a:srgbClr val="FFFFFF"/>
    </a:custClr>
    <a:custClr name=" ">
      <a:srgbClr val="FFFFFF"/>
    </a:custClr>
    <a:custClr name=" ">
      <a:srgbClr val="FFFFFF"/>
    </a:custClr>
    <a:custClr name="Extra Light Grey 01">
      <a:srgbClr val="F0F0F1"/>
    </a:custClr>
    <a:custClr name="Light Grey 02">
      <a:srgbClr val="D7D8D7"/>
    </a:custClr>
    <a:custClr name="Medium Grey 04">
      <a:srgbClr val="A6A9AA"/>
    </a:custClr>
    <a:custClr name="Grey 06">
      <a:srgbClr val="75787B"/>
    </a:custClr>
    <a:custClr name="Dark Grey 08">
      <a:srgbClr val="4F5153"/>
    </a:custClr>
    <a:custClr name="Extra Dark Grey 10">
      <a:srgbClr val="292B2C"/>
    </a:custClr>
    <a:custClr name="Rich Black 12">
      <a:srgbClr val="000000"/>
    </a:custClr>
    <a:custClr name=" ">
      <a:srgbClr val="FFFFFF"/>
    </a:custClr>
    <a:custClr name=" ">
      <a:srgbClr val="FFFFFF"/>
    </a:custClr>
    <a:custClr name=" ">
      <a:srgbClr val="FFFFFF"/>
    </a:custClr>
    <a:custClr name="Red 08">
      <a:srgbClr val="BA0C2F"/>
    </a:custClr>
    <a:custClr name="Orange 06">
      <a:srgbClr val="E35205"/>
    </a:custClr>
    <a:custClr name="Yellow 03">
      <a:srgbClr val="FDDA25"/>
    </a:custClr>
    <a:custClr name="Green 04">
      <a:srgbClr val="78BE20"/>
    </a:custClr>
    <a:custClr name="Teal 06">
      <a:srgbClr val="008C95"/>
    </a:custClr>
    <a:custClr name="Purple 10">
      <a:srgbClr val="5C068C"/>
    </a:custClr>
    <a:custClr name="Magenta 07">
      <a:srgbClr val="D9017A"/>
    </a:custClr>
    <a:custClr name=" ">
      <a:srgbClr val="FFFFFF"/>
    </a:custClr>
    <a:custClr name=" ">
      <a:srgbClr val="FFFFFF"/>
    </a:custClr>
    <a:custClr name=" ">
      <a:srgbClr val="FFFFFF"/>
    </a:custClr>
    <a:custClr name="Red 01">
      <a:srgbClr val="F8E5E9"/>
    </a:custClr>
    <a:custClr name="Orange 01">
      <a:srgbClr val="FBE6DA"/>
    </a:custClr>
    <a:custClr name="Yellow 01">
      <a:srgbClr val="FDF3BD"/>
    </a:custClr>
    <a:custClr name="Green 01">
      <a:srgbClr val="DDF0CE"/>
    </a:custClr>
    <a:custClr name="Teal 01">
      <a:srgbClr val="D7EDEF"/>
    </a:custClr>
    <a:custClr name="Purple 01">
      <a:srgbClr val="EEE7F3"/>
    </a:custClr>
    <a:custClr name="Magenta 01">
      <a:srgbClr val="FDE3F2"/>
    </a:custClr>
    <a:custClr name=" ">
      <a:srgbClr val="FFFFFF"/>
    </a:custClr>
    <a:custClr name=" ">
      <a:srgbClr val="FFFFFF"/>
    </a:custClr>
    <a:custClr name=" ">
      <a:srgbClr val="FFFFFF"/>
    </a:custClr>
  </a:custClrLst>
  <a:extLst>
    <a:ext uri="{05A4C25C-085E-4340-85A3-A5531E510DB2}">
      <thm15:themeFamily xmlns:thm15="http://schemas.microsoft.com/office/thememl/2012/main" name="MOODYS_PPT_Template_25.1.pptx" id="{FF56F906-F4D2-4832-B4B9-4A36D9E6E357}" vid="{5C99AA1B-0B41-46A9-853A-E478BB7EED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001888D34AF014C8303255B0CE7CC0C" ma:contentTypeVersion="4" ma:contentTypeDescription="Create a new document." ma:contentTypeScope="" ma:versionID="ab94778db07f97fab521214dd5a8b6c0">
  <xsd:schema xmlns:xsd="http://www.w3.org/2001/XMLSchema" xmlns:xs="http://www.w3.org/2001/XMLSchema" xmlns:p="http://schemas.microsoft.com/office/2006/metadata/properties" xmlns:ns2="163a44b5-806b-45ee-befd-66a9cea85e5f" targetNamespace="http://schemas.microsoft.com/office/2006/metadata/properties" ma:root="true" ma:fieldsID="b18a7d671468f22cb0e0490d80e3ad7f" ns2:_="">
    <xsd:import namespace="163a44b5-806b-45ee-befd-66a9cea85e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3a44b5-806b-45ee-befd-66a9cea85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5D2A617-EE02-4A53-9618-B10FE7D668A3}">
  <ds:schemaRefs>
    <ds:schemaRef ds:uri="http://schemas.microsoft.com/sharepoint/v3/contenttype/forms"/>
  </ds:schemaRefs>
</ds:datastoreItem>
</file>

<file path=customXml/itemProps2.xml><?xml version="1.0" encoding="utf-8"?>
<ds:datastoreItem xmlns:ds="http://schemas.openxmlformats.org/officeDocument/2006/customXml" ds:itemID="{CF213115-B58F-4536-A0CC-2FED7BD194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3a44b5-806b-45ee-befd-66a9cea85e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4CDC26-D7B0-44AF-8D53-000588D45495}">
  <ds:schemaRefs>
    <ds:schemaRef ds:uri="163a44b5-806b-45ee-befd-66a9cea85e5f"/>
    <ds:schemaRef ds:uri="http://schemas.openxmlformats.org/package/2006/metadata/core-properties"/>
    <ds:schemaRef ds:uri="http://purl.org/dc/elements/1.1/"/>
    <ds:schemaRef ds:uri="http://schemas.microsoft.com/office/infopath/2007/PartnerControls"/>
    <ds:schemaRef ds:uri="http://schemas.microsoft.com/office/2006/metadata/properties"/>
    <ds:schemaRef ds:uri="http://www.w3.org/XML/1998/namespace"/>
    <ds:schemaRef ds:uri="http://schemas.microsoft.com/office/2006/documentManagement/typ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Moody's</Template>
  <TotalTime>684</TotalTime>
  <Words>1319</Words>
  <Application>Microsoft Macintosh PowerPoint</Application>
  <PresentationFormat>Widescreen</PresentationFormat>
  <Paragraphs>298</Paragraphs>
  <Slides>18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GT America</vt:lpstr>
      <vt:lpstr>GT America Regular</vt:lpstr>
      <vt:lpstr>Segoe UI</vt:lpstr>
      <vt:lpstr>Times New Roman</vt:lpstr>
      <vt:lpstr>Wingdings 3</vt:lpstr>
      <vt:lpstr>Moody's</vt:lpstr>
      <vt:lpstr>PowerPoint Presentation</vt:lpstr>
      <vt:lpstr>PowerPoint Presentation</vt:lpstr>
      <vt:lpstr>PowerPoint Presentation</vt:lpstr>
      <vt:lpstr>PowerPoint Presentation</vt:lpstr>
      <vt:lpstr>PowerPoint Presentation</vt:lpstr>
      <vt:lpstr>Agenda 2</vt:lpstr>
      <vt:lpstr>H1 Heading 48pt for more than two lines should not indent</vt:lpstr>
      <vt:lpstr>Executive summary style 5</vt:lpstr>
      <vt:lpstr>H1 Heading – 1 column slide</vt:lpstr>
      <vt:lpstr>PowerPoint Presentation</vt:lpstr>
      <vt:lpstr>Feature content. Click to edit slide.</vt:lpstr>
      <vt:lpstr>Photo layout</vt:lpstr>
      <vt:lpstr>Dynamic slices</vt:lpstr>
      <vt:lpstr>Sample charts</vt:lpstr>
      <vt:lpstr>Sample table layouts</vt:lpstr>
      <vt:lpstr>Team lead</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Mario Alfaro (Moody's)</dc:creator>
  <cp:lastModifiedBy>Mario Alfaro (Moody's)</cp:lastModifiedBy>
  <cp:revision>1</cp:revision>
  <dcterms:created xsi:type="dcterms:W3CDTF">2025-10-02T16:40:24Z</dcterms:created>
  <dcterms:modified xsi:type="dcterms:W3CDTF">2025-12-30T14:39:10Z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0x0101008001888D34AF014C8303255B0CE7CC0C</vt:lpwstr>
  </property>
</Properties>
</file>